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41"/>
  </p:notesMasterIdLst>
  <p:sldIdLst>
    <p:sldId id="256" r:id="rId4"/>
    <p:sldId id="540" r:id="rId5"/>
    <p:sldId id="514" r:id="rId6"/>
    <p:sldId id="472" r:id="rId7"/>
    <p:sldId id="542" r:id="rId8"/>
    <p:sldId id="543" r:id="rId9"/>
    <p:sldId id="544" r:id="rId10"/>
    <p:sldId id="545" r:id="rId11"/>
    <p:sldId id="546" r:id="rId12"/>
    <p:sldId id="547" r:id="rId13"/>
    <p:sldId id="548" r:id="rId14"/>
    <p:sldId id="340" r:id="rId15"/>
    <p:sldId id="541" r:id="rId16"/>
    <p:sldId id="474" r:id="rId17"/>
    <p:sldId id="513" r:id="rId18"/>
    <p:sldId id="342" r:id="rId19"/>
    <p:sldId id="298" r:id="rId20"/>
    <p:sldId id="525" r:id="rId21"/>
    <p:sldId id="520" r:id="rId22"/>
    <p:sldId id="521" r:id="rId23"/>
    <p:sldId id="522" r:id="rId24"/>
    <p:sldId id="523" r:id="rId25"/>
    <p:sldId id="524" r:id="rId26"/>
    <p:sldId id="526" r:id="rId27"/>
    <p:sldId id="527" r:id="rId28"/>
    <p:sldId id="528" r:id="rId29"/>
    <p:sldId id="529" r:id="rId30"/>
    <p:sldId id="530" r:id="rId31"/>
    <p:sldId id="531" r:id="rId32"/>
    <p:sldId id="532" r:id="rId33"/>
    <p:sldId id="533" r:id="rId34"/>
    <p:sldId id="534" r:id="rId35"/>
    <p:sldId id="535" r:id="rId36"/>
    <p:sldId id="536" r:id="rId37"/>
    <p:sldId id="537" r:id="rId38"/>
    <p:sldId id="538" r:id="rId39"/>
    <p:sldId id="539" r:id="rId40"/>
  </p:sldIdLst>
  <p:sldSz cx="9144000" cy="6858000" type="screen4x3"/>
  <p:notesSz cx="6858000" cy="9144000"/>
  <p:defaultTextStyle>
    <a:defPPr>
      <a:defRPr lang="zh-CN"/>
    </a:defPPr>
    <a:lvl1pPr algn="ctr" rtl="0" fontAlgn="base">
      <a:spcBef>
        <a:spcPct val="50000"/>
      </a:spcBef>
      <a:spcAft>
        <a:spcPct val="0"/>
      </a:spcAft>
      <a:defRPr sz="7200" kern="1200">
        <a:solidFill>
          <a:schemeClr val="tx1"/>
        </a:solidFill>
        <a:latin typeface="Arial" panose="020B0604020202020204" pitchFamily="34" charset="0"/>
        <a:ea typeface="黑体" panose="02010609060101010101" pitchFamily="49" charset="-122"/>
        <a:cs typeface="+mn-cs"/>
      </a:defRPr>
    </a:lvl1pPr>
    <a:lvl2pPr marL="457200" algn="ctr" rtl="0" fontAlgn="base">
      <a:spcBef>
        <a:spcPct val="50000"/>
      </a:spcBef>
      <a:spcAft>
        <a:spcPct val="0"/>
      </a:spcAft>
      <a:defRPr sz="7200" kern="1200">
        <a:solidFill>
          <a:schemeClr val="tx1"/>
        </a:solidFill>
        <a:latin typeface="Arial" panose="020B0604020202020204" pitchFamily="34" charset="0"/>
        <a:ea typeface="黑体" panose="02010609060101010101" pitchFamily="49" charset="-122"/>
        <a:cs typeface="+mn-cs"/>
      </a:defRPr>
    </a:lvl2pPr>
    <a:lvl3pPr marL="914400" algn="ctr" rtl="0" fontAlgn="base">
      <a:spcBef>
        <a:spcPct val="50000"/>
      </a:spcBef>
      <a:spcAft>
        <a:spcPct val="0"/>
      </a:spcAft>
      <a:defRPr sz="7200" kern="1200">
        <a:solidFill>
          <a:schemeClr val="tx1"/>
        </a:solidFill>
        <a:latin typeface="Arial" panose="020B0604020202020204" pitchFamily="34" charset="0"/>
        <a:ea typeface="黑体" panose="02010609060101010101" pitchFamily="49" charset="-122"/>
        <a:cs typeface="+mn-cs"/>
      </a:defRPr>
    </a:lvl3pPr>
    <a:lvl4pPr marL="1371600" algn="ctr" rtl="0" fontAlgn="base">
      <a:spcBef>
        <a:spcPct val="50000"/>
      </a:spcBef>
      <a:spcAft>
        <a:spcPct val="0"/>
      </a:spcAft>
      <a:defRPr sz="7200" kern="1200">
        <a:solidFill>
          <a:schemeClr val="tx1"/>
        </a:solidFill>
        <a:latin typeface="Arial" panose="020B0604020202020204" pitchFamily="34" charset="0"/>
        <a:ea typeface="黑体" panose="02010609060101010101" pitchFamily="49" charset="-122"/>
        <a:cs typeface="+mn-cs"/>
      </a:defRPr>
    </a:lvl4pPr>
    <a:lvl5pPr marL="1828800" algn="ctr" rtl="0" fontAlgn="base">
      <a:spcBef>
        <a:spcPct val="50000"/>
      </a:spcBef>
      <a:spcAft>
        <a:spcPct val="0"/>
      </a:spcAft>
      <a:defRPr sz="7200" kern="1200">
        <a:solidFill>
          <a:schemeClr val="tx1"/>
        </a:solidFill>
        <a:latin typeface="Arial" panose="020B0604020202020204" pitchFamily="34" charset="0"/>
        <a:ea typeface="黑体" panose="02010609060101010101" pitchFamily="49" charset="-122"/>
        <a:cs typeface="+mn-cs"/>
      </a:defRPr>
    </a:lvl5pPr>
    <a:lvl6pPr marL="2286000" algn="l" defTabSz="914400" rtl="0" eaLnBrk="1" latinLnBrk="0" hangingPunct="1">
      <a:defRPr sz="7200" kern="1200">
        <a:solidFill>
          <a:schemeClr val="tx1"/>
        </a:solidFill>
        <a:latin typeface="Arial" panose="020B0604020202020204" pitchFamily="34" charset="0"/>
        <a:ea typeface="黑体" panose="02010609060101010101" pitchFamily="49" charset="-122"/>
        <a:cs typeface="+mn-cs"/>
      </a:defRPr>
    </a:lvl6pPr>
    <a:lvl7pPr marL="2743200" algn="l" defTabSz="914400" rtl="0" eaLnBrk="1" latinLnBrk="0" hangingPunct="1">
      <a:defRPr sz="7200" kern="1200">
        <a:solidFill>
          <a:schemeClr val="tx1"/>
        </a:solidFill>
        <a:latin typeface="Arial" panose="020B0604020202020204" pitchFamily="34" charset="0"/>
        <a:ea typeface="黑体" panose="02010609060101010101" pitchFamily="49" charset="-122"/>
        <a:cs typeface="+mn-cs"/>
      </a:defRPr>
    </a:lvl7pPr>
    <a:lvl8pPr marL="3200400" algn="l" defTabSz="914400" rtl="0" eaLnBrk="1" latinLnBrk="0" hangingPunct="1">
      <a:defRPr sz="7200" kern="1200">
        <a:solidFill>
          <a:schemeClr val="tx1"/>
        </a:solidFill>
        <a:latin typeface="Arial" panose="020B0604020202020204" pitchFamily="34" charset="0"/>
        <a:ea typeface="黑体" panose="02010609060101010101" pitchFamily="49" charset="-122"/>
        <a:cs typeface="+mn-cs"/>
      </a:defRPr>
    </a:lvl8pPr>
    <a:lvl9pPr marL="3657600" algn="l" defTabSz="914400" rtl="0" eaLnBrk="1" latinLnBrk="0" hangingPunct="1">
      <a:defRPr sz="7200" kern="1200">
        <a:solidFill>
          <a:schemeClr val="tx1"/>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66"/>
    <a:srgbClr val="B2B2B2"/>
    <a:srgbClr val="FF0000"/>
    <a:srgbClr val="0066FF"/>
    <a:srgbClr val="0033CC"/>
    <a:srgbClr val="0000FF"/>
    <a:srgbClr val="A50021"/>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92" autoAdjust="0"/>
    <p:restoredTop sz="99669" autoAdjust="0"/>
  </p:normalViewPr>
  <p:slideViewPr>
    <p:cSldViewPr>
      <p:cViewPr varScale="1">
        <p:scale>
          <a:sx n="77" d="100"/>
          <a:sy n="77" d="100"/>
        </p:scale>
        <p:origin x="672" y="4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66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23CE4E9E-D3A5-4F1E-A1F2-DCD0303B064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200">
                <a:latin typeface="Arial" charset="0"/>
                <a:ea typeface="宋体" pitchFamily="2" charset="-122"/>
              </a:defRPr>
            </a:lvl1pPr>
          </a:lstStyle>
          <a:p>
            <a:pPr>
              <a:defRPr/>
            </a:pPr>
            <a:endParaRPr lang="en-US" altLang="zh-CN"/>
          </a:p>
        </p:txBody>
      </p:sp>
      <p:sp>
        <p:nvSpPr>
          <p:cNvPr id="157699" name="Rectangle 3">
            <a:extLst>
              <a:ext uri="{FF2B5EF4-FFF2-40B4-BE49-F238E27FC236}">
                <a16:creationId xmlns:a16="http://schemas.microsoft.com/office/drawing/2014/main" id="{02ADD5F0-F36C-4762-A775-FFB5BDA3648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a:latin typeface="Arial" charset="0"/>
                <a:ea typeface="宋体" pitchFamily="2" charset="-122"/>
              </a:defRPr>
            </a:lvl1pPr>
          </a:lstStyle>
          <a:p>
            <a:pPr>
              <a:defRPr/>
            </a:pPr>
            <a:endParaRPr lang="en-US" altLang="zh-CN"/>
          </a:p>
        </p:txBody>
      </p:sp>
      <p:sp>
        <p:nvSpPr>
          <p:cNvPr id="36868" name="Rectangle 4">
            <a:extLst>
              <a:ext uri="{FF2B5EF4-FFF2-40B4-BE49-F238E27FC236}">
                <a16:creationId xmlns:a16="http://schemas.microsoft.com/office/drawing/2014/main" id="{B77EAD99-022A-4D0F-9A3F-A0F256C1D43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701" name="Rectangle 5">
            <a:extLst>
              <a:ext uri="{FF2B5EF4-FFF2-40B4-BE49-F238E27FC236}">
                <a16:creationId xmlns:a16="http://schemas.microsoft.com/office/drawing/2014/main" id="{6CFFD99C-E4EC-45F7-9667-DB83E928817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7702" name="Rectangle 6">
            <a:extLst>
              <a:ext uri="{FF2B5EF4-FFF2-40B4-BE49-F238E27FC236}">
                <a16:creationId xmlns:a16="http://schemas.microsoft.com/office/drawing/2014/main" id="{2E7C60D9-1A4E-4E2F-88E4-D9978275115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a:latin typeface="Arial" charset="0"/>
                <a:ea typeface="宋体" pitchFamily="2" charset="-122"/>
              </a:defRPr>
            </a:lvl1pPr>
          </a:lstStyle>
          <a:p>
            <a:pPr>
              <a:defRPr/>
            </a:pPr>
            <a:endParaRPr lang="en-US" altLang="zh-CN"/>
          </a:p>
        </p:txBody>
      </p:sp>
      <p:sp>
        <p:nvSpPr>
          <p:cNvPr id="157703" name="Rectangle 7">
            <a:extLst>
              <a:ext uri="{FF2B5EF4-FFF2-40B4-BE49-F238E27FC236}">
                <a16:creationId xmlns:a16="http://schemas.microsoft.com/office/drawing/2014/main" id="{E84FA443-EA45-43F8-8F7D-3E7E52BFD7E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a:ea typeface="宋体" panose="02010600030101010101" pitchFamily="2" charset="-122"/>
              </a:defRPr>
            </a:lvl1pPr>
          </a:lstStyle>
          <a:p>
            <a:fld id="{9A0462BB-D944-49C0-AFF6-9F2ACABFD25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3359C8A8-273F-4EDE-862C-F11DCA7D13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067CDD2F-56FC-4BA5-985C-AF2F37680646}" type="slidenum">
              <a:rPr lang="en-US" altLang="zh-CN" sz="1200">
                <a:ea typeface="宋体" panose="02010600030101010101" pitchFamily="2" charset="-122"/>
              </a:rPr>
              <a:pPr eaLnBrk="1" hangingPunct="1"/>
              <a:t>1</a:t>
            </a:fld>
            <a:endParaRPr lang="en-US" altLang="zh-CN" sz="1200">
              <a:ea typeface="宋体" panose="02010600030101010101" pitchFamily="2" charset="-122"/>
            </a:endParaRPr>
          </a:p>
        </p:txBody>
      </p:sp>
      <p:sp>
        <p:nvSpPr>
          <p:cNvPr id="37891" name="Rectangle 2">
            <a:extLst>
              <a:ext uri="{FF2B5EF4-FFF2-40B4-BE49-F238E27FC236}">
                <a16:creationId xmlns:a16="http://schemas.microsoft.com/office/drawing/2014/main" id="{47E964E6-8AA9-4BE2-888F-58A348B7EED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D0C5D186-48C2-47EB-AE83-1D43984EFA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CE8B79FB-7BEA-4DD0-8958-1774BE8B81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1B3CB2BB-F8F6-4B6C-A035-CC21BEAE5D6D}" type="slidenum">
              <a:rPr lang="en-US" altLang="zh-CN" sz="1200">
                <a:ea typeface="宋体" panose="02010600030101010101" pitchFamily="2" charset="-122"/>
              </a:rPr>
              <a:pPr eaLnBrk="1" hangingPunct="1"/>
              <a:t>12</a:t>
            </a:fld>
            <a:endParaRPr lang="en-US" altLang="zh-CN" sz="1200">
              <a:ea typeface="宋体" panose="02010600030101010101" pitchFamily="2" charset="-122"/>
            </a:endParaRPr>
          </a:p>
        </p:txBody>
      </p:sp>
      <p:sp>
        <p:nvSpPr>
          <p:cNvPr id="38915" name="Rectangle 2">
            <a:extLst>
              <a:ext uri="{FF2B5EF4-FFF2-40B4-BE49-F238E27FC236}">
                <a16:creationId xmlns:a16="http://schemas.microsoft.com/office/drawing/2014/main" id="{58862A34-1641-4A18-BB0A-40F9602FC18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FF401C1B-9F5E-4CB1-8B13-65553DBF21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CE8B79FB-7BEA-4DD0-8958-1774BE8B81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1B3CB2BB-F8F6-4B6C-A035-CC21BEAE5D6D}" type="slidenum">
              <a:rPr lang="en-US" altLang="zh-CN" sz="1200">
                <a:ea typeface="宋体" panose="02010600030101010101" pitchFamily="2" charset="-122"/>
              </a:rPr>
              <a:pPr eaLnBrk="1" hangingPunct="1"/>
              <a:t>13</a:t>
            </a:fld>
            <a:endParaRPr lang="en-US" altLang="zh-CN" sz="1200">
              <a:ea typeface="宋体" panose="02010600030101010101" pitchFamily="2" charset="-122"/>
            </a:endParaRPr>
          </a:p>
        </p:txBody>
      </p:sp>
      <p:sp>
        <p:nvSpPr>
          <p:cNvPr id="38915" name="Rectangle 2">
            <a:extLst>
              <a:ext uri="{FF2B5EF4-FFF2-40B4-BE49-F238E27FC236}">
                <a16:creationId xmlns:a16="http://schemas.microsoft.com/office/drawing/2014/main" id="{58862A34-1641-4A18-BB0A-40F9602FC18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FF401C1B-9F5E-4CB1-8B13-65553DBF21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879628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1EBAFE7-D257-47C1-A45A-0878C4C586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2AD87A17-3F8F-4F9F-AE6D-EA4688B1835C}" type="slidenum">
              <a:rPr lang="en-US" altLang="zh-CN" sz="1200">
                <a:ea typeface="宋体" panose="02010600030101010101" pitchFamily="2" charset="-122"/>
              </a:rPr>
              <a:pPr eaLnBrk="1" hangingPunct="1"/>
              <a:t>16</a:t>
            </a:fld>
            <a:endParaRPr lang="en-US" altLang="zh-CN" sz="1200">
              <a:ea typeface="宋体" panose="02010600030101010101" pitchFamily="2" charset="-122"/>
            </a:endParaRPr>
          </a:p>
        </p:txBody>
      </p:sp>
      <p:sp>
        <p:nvSpPr>
          <p:cNvPr id="39939" name="Rectangle 2">
            <a:extLst>
              <a:ext uri="{FF2B5EF4-FFF2-40B4-BE49-F238E27FC236}">
                <a16:creationId xmlns:a16="http://schemas.microsoft.com/office/drawing/2014/main" id="{4155FC58-3A21-4D57-87C1-F352A173044C}"/>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49309D70-2130-4DDD-9862-CC5ECACD6E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17</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18</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537302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19</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513233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20</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081055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21</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79473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22</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17449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23</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617106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24</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33654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25</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32370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26</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598694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27</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93550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28</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160177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29</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957679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30</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098648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31</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656386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32</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231496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33</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155982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34</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615570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35</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928616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D5BCCF3-BB85-4939-883A-0DAB459A4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CEE7EF77-2BDA-4464-B7BC-D8F22076CA5C}" type="slidenum">
              <a:rPr lang="en-US" altLang="zh-CN" sz="1200">
                <a:ea typeface="宋体" panose="02010600030101010101" pitchFamily="2" charset="-122"/>
              </a:rPr>
              <a:pPr eaLnBrk="1" hangingPunct="1"/>
              <a:t>36</a:t>
            </a:fld>
            <a:endParaRPr lang="en-US" altLang="zh-CN" sz="1200">
              <a:ea typeface="宋体" panose="02010600030101010101" pitchFamily="2" charset="-122"/>
            </a:endParaRPr>
          </a:p>
        </p:txBody>
      </p:sp>
      <p:sp>
        <p:nvSpPr>
          <p:cNvPr id="40963" name="Rectangle 2">
            <a:extLst>
              <a:ext uri="{FF2B5EF4-FFF2-40B4-BE49-F238E27FC236}">
                <a16:creationId xmlns:a16="http://schemas.microsoft.com/office/drawing/2014/main" id="{ECB059A5-33BC-44A4-A5A6-958CA5D98A8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3730B6C-EE1A-428B-82CC-DAC64AEE11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79363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vmlDrawing" Target="../drawings/vmlDrawing1.vml"/><Relationship Id="rId6" Type="http://schemas.openxmlformats.org/officeDocument/2006/relationships/slide" Target="../slides/slide15.xml"/><Relationship Id="rId5" Type="http://schemas.openxmlformats.org/officeDocument/2006/relationships/slide" Target="../slides/slide3.xml"/><Relationship Id="rId4" Type="http://schemas.openxmlformats.org/officeDocument/2006/relationships/image" Target="../media/image3.w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4441738E-3293-421A-902C-E3229761CB01}"/>
              </a:ext>
            </a:extLst>
          </p:cNvPr>
          <p:cNvSpPr>
            <a:spLocks noGrp="1" noChangeArrowheads="1"/>
          </p:cNvSpPr>
          <p:nvPr>
            <p:ph type="dt" sz="half" idx="10"/>
          </p:nvPr>
        </p:nvSpPr>
        <p:spPr>
          <a:ln/>
        </p:spPr>
        <p:txBody>
          <a:bodyPr/>
          <a:lstStyle>
            <a:lvl1pPr>
              <a:defRPr/>
            </a:lvl1pPr>
          </a:lstStyle>
          <a:p>
            <a:pPr>
              <a:defRPr/>
            </a:pPr>
            <a:fld id="{A6BC5CBD-6494-4671-B6FF-B4314E02F357}" type="datetime1">
              <a:rPr lang="zh-CN" altLang="en-US"/>
              <a:pPr>
                <a:defRPr/>
              </a:pPr>
              <a:t>2025/9/11</a:t>
            </a:fld>
            <a:endParaRPr lang="en-US" altLang="zh-CN"/>
          </a:p>
        </p:txBody>
      </p:sp>
      <p:sp>
        <p:nvSpPr>
          <p:cNvPr id="5" name="Rectangle 5">
            <a:extLst>
              <a:ext uri="{FF2B5EF4-FFF2-40B4-BE49-F238E27FC236}">
                <a16:creationId xmlns:a16="http://schemas.microsoft.com/office/drawing/2014/main" id="{58B496D9-582E-4A93-9F8A-009E08E307D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72A32E-B10C-48B0-B733-A1C935EB4D14}"/>
              </a:ext>
            </a:extLst>
          </p:cNvPr>
          <p:cNvSpPr>
            <a:spLocks noGrp="1" noChangeArrowheads="1"/>
          </p:cNvSpPr>
          <p:nvPr>
            <p:ph type="sldNum" sz="quarter" idx="12"/>
          </p:nvPr>
        </p:nvSpPr>
        <p:spPr>
          <a:ln/>
        </p:spPr>
        <p:txBody>
          <a:bodyPr/>
          <a:lstStyle>
            <a:lvl1pPr>
              <a:defRPr/>
            </a:lvl1pPr>
          </a:lstStyle>
          <a:p>
            <a:fld id="{E5E023BF-1E8C-45EA-8DC4-6023B477DE23}" type="slidenum">
              <a:rPr lang="en-US" altLang="zh-CN"/>
              <a:pPr/>
              <a:t>‹#›</a:t>
            </a:fld>
            <a:endParaRPr lang="en-US" altLang="zh-CN"/>
          </a:p>
        </p:txBody>
      </p:sp>
    </p:spTree>
    <p:extLst>
      <p:ext uri="{BB962C8B-B14F-4D97-AF65-F5344CB8AC3E}">
        <p14:creationId xmlns:p14="http://schemas.microsoft.com/office/powerpoint/2010/main" val="108488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E40981F-1E89-48B5-9A91-E209167C7627}"/>
              </a:ext>
            </a:extLst>
          </p:cNvPr>
          <p:cNvSpPr>
            <a:spLocks noGrp="1" noChangeArrowheads="1"/>
          </p:cNvSpPr>
          <p:nvPr>
            <p:ph type="dt" sz="half" idx="10"/>
          </p:nvPr>
        </p:nvSpPr>
        <p:spPr>
          <a:ln/>
        </p:spPr>
        <p:txBody>
          <a:bodyPr/>
          <a:lstStyle>
            <a:lvl1pPr>
              <a:defRPr/>
            </a:lvl1pPr>
          </a:lstStyle>
          <a:p>
            <a:pPr>
              <a:defRPr/>
            </a:pPr>
            <a:fld id="{2A07AE1B-C3B4-455F-87FD-BE3CC7BC475D}" type="datetime1">
              <a:rPr lang="zh-CN" altLang="en-US"/>
              <a:pPr>
                <a:defRPr/>
              </a:pPr>
              <a:t>2025/9/11</a:t>
            </a:fld>
            <a:endParaRPr lang="en-US" altLang="zh-CN"/>
          </a:p>
        </p:txBody>
      </p:sp>
      <p:sp>
        <p:nvSpPr>
          <p:cNvPr id="5" name="Rectangle 5">
            <a:extLst>
              <a:ext uri="{FF2B5EF4-FFF2-40B4-BE49-F238E27FC236}">
                <a16:creationId xmlns:a16="http://schemas.microsoft.com/office/drawing/2014/main" id="{3409E07E-B8FA-4CCA-B65C-E117388547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A6D130A-EDF7-4EFD-A5AB-30B909380309}"/>
              </a:ext>
            </a:extLst>
          </p:cNvPr>
          <p:cNvSpPr>
            <a:spLocks noGrp="1" noChangeArrowheads="1"/>
          </p:cNvSpPr>
          <p:nvPr>
            <p:ph type="sldNum" sz="quarter" idx="12"/>
          </p:nvPr>
        </p:nvSpPr>
        <p:spPr>
          <a:ln/>
        </p:spPr>
        <p:txBody>
          <a:bodyPr/>
          <a:lstStyle>
            <a:lvl1pPr>
              <a:defRPr/>
            </a:lvl1pPr>
          </a:lstStyle>
          <a:p>
            <a:fld id="{5D633CE5-3BE5-40EE-8674-EDD4A1FA252B}" type="slidenum">
              <a:rPr lang="en-US" altLang="zh-CN"/>
              <a:pPr/>
              <a:t>‹#›</a:t>
            </a:fld>
            <a:endParaRPr lang="en-US" altLang="zh-CN"/>
          </a:p>
        </p:txBody>
      </p:sp>
    </p:spTree>
    <p:extLst>
      <p:ext uri="{BB962C8B-B14F-4D97-AF65-F5344CB8AC3E}">
        <p14:creationId xmlns:p14="http://schemas.microsoft.com/office/powerpoint/2010/main" val="4175370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D0E04536-13AD-47DC-B1F9-83EF3CBC88F8}"/>
              </a:ext>
            </a:extLst>
          </p:cNvPr>
          <p:cNvSpPr>
            <a:spLocks noGrp="1" noChangeArrowheads="1"/>
          </p:cNvSpPr>
          <p:nvPr>
            <p:ph type="dt" sz="half" idx="10"/>
          </p:nvPr>
        </p:nvSpPr>
        <p:spPr>
          <a:ln/>
        </p:spPr>
        <p:txBody>
          <a:bodyPr/>
          <a:lstStyle>
            <a:lvl1pPr>
              <a:defRPr/>
            </a:lvl1pPr>
          </a:lstStyle>
          <a:p>
            <a:pPr>
              <a:defRPr/>
            </a:pPr>
            <a:fld id="{74FE80A4-41A4-4225-84E1-B7DD2A7CFAE1}" type="datetime1">
              <a:rPr lang="zh-CN" altLang="en-US"/>
              <a:pPr>
                <a:defRPr/>
              </a:pPr>
              <a:t>2025/9/11</a:t>
            </a:fld>
            <a:endParaRPr lang="en-US" altLang="zh-CN"/>
          </a:p>
        </p:txBody>
      </p:sp>
      <p:sp>
        <p:nvSpPr>
          <p:cNvPr id="5" name="Rectangle 5">
            <a:extLst>
              <a:ext uri="{FF2B5EF4-FFF2-40B4-BE49-F238E27FC236}">
                <a16:creationId xmlns:a16="http://schemas.microsoft.com/office/drawing/2014/main" id="{66BC74CE-ACBC-4701-AE44-39CDA2B39D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AA48245-7729-4EFC-A80B-DD0B16AFE4D0}"/>
              </a:ext>
            </a:extLst>
          </p:cNvPr>
          <p:cNvSpPr>
            <a:spLocks noGrp="1" noChangeArrowheads="1"/>
          </p:cNvSpPr>
          <p:nvPr>
            <p:ph type="sldNum" sz="quarter" idx="12"/>
          </p:nvPr>
        </p:nvSpPr>
        <p:spPr>
          <a:ln/>
        </p:spPr>
        <p:txBody>
          <a:bodyPr/>
          <a:lstStyle>
            <a:lvl1pPr>
              <a:defRPr/>
            </a:lvl1pPr>
          </a:lstStyle>
          <a:p>
            <a:fld id="{121E629E-6B87-43B0-9EE0-8F9F07C60AB4}" type="slidenum">
              <a:rPr lang="en-US" altLang="zh-CN"/>
              <a:pPr/>
              <a:t>‹#›</a:t>
            </a:fld>
            <a:endParaRPr lang="en-US" altLang="zh-CN"/>
          </a:p>
        </p:txBody>
      </p:sp>
    </p:spTree>
    <p:extLst>
      <p:ext uri="{BB962C8B-B14F-4D97-AF65-F5344CB8AC3E}">
        <p14:creationId xmlns:p14="http://schemas.microsoft.com/office/powerpoint/2010/main" val="1791050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4292600"/>
            <a:ext cx="4038600" cy="172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9313" y="4292600"/>
            <a:ext cx="4038600" cy="172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DDAA47E-300E-4F3B-8951-2B71CC00E259}"/>
              </a:ext>
            </a:extLst>
          </p:cNvPr>
          <p:cNvSpPr>
            <a:spLocks noGrp="1" noChangeArrowheads="1"/>
          </p:cNvSpPr>
          <p:nvPr>
            <p:ph type="dt" sz="half" idx="10"/>
          </p:nvPr>
        </p:nvSpPr>
        <p:spPr>
          <a:ln/>
        </p:spPr>
        <p:txBody>
          <a:bodyPr/>
          <a:lstStyle>
            <a:lvl1pPr>
              <a:defRPr/>
            </a:lvl1pPr>
          </a:lstStyle>
          <a:p>
            <a:pPr>
              <a:defRPr/>
            </a:pPr>
            <a:fld id="{A2E7C1C1-CBEC-40AF-984E-3E664C20C494}" type="datetime1">
              <a:rPr lang="zh-CN" altLang="en-US"/>
              <a:pPr>
                <a:defRPr/>
              </a:pPr>
              <a:t>2025/9/11</a:t>
            </a:fld>
            <a:endParaRPr lang="en-US" altLang="zh-CN"/>
          </a:p>
        </p:txBody>
      </p:sp>
      <p:sp>
        <p:nvSpPr>
          <p:cNvPr id="6" name="Rectangle 5">
            <a:extLst>
              <a:ext uri="{FF2B5EF4-FFF2-40B4-BE49-F238E27FC236}">
                <a16:creationId xmlns:a16="http://schemas.microsoft.com/office/drawing/2014/main" id="{6531A42A-D075-4917-A019-A70DB2516E1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68ACDCF-CE1C-436B-8E26-5431EC7B7D50}"/>
              </a:ext>
            </a:extLst>
          </p:cNvPr>
          <p:cNvSpPr>
            <a:spLocks noGrp="1" noChangeArrowheads="1"/>
          </p:cNvSpPr>
          <p:nvPr>
            <p:ph type="sldNum" sz="quarter" idx="12"/>
          </p:nvPr>
        </p:nvSpPr>
        <p:spPr>
          <a:ln/>
        </p:spPr>
        <p:txBody>
          <a:bodyPr/>
          <a:lstStyle>
            <a:lvl1pPr>
              <a:defRPr/>
            </a:lvl1pPr>
          </a:lstStyle>
          <a:p>
            <a:fld id="{6CCFE95C-E0AF-4B26-B021-4667236F12C8}" type="slidenum">
              <a:rPr lang="en-US" altLang="zh-CN"/>
              <a:pPr/>
              <a:t>‹#›</a:t>
            </a:fld>
            <a:endParaRPr lang="en-US" altLang="zh-CN"/>
          </a:p>
        </p:txBody>
      </p:sp>
    </p:spTree>
    <p:extLst>
      <p:ext uri="{BB962C8B-B14F-4D97-AF65-F5344CB8AC3E}">
        <p14:creationId xmlns:p14="http://schemas.microsoft.com/office/powerpoint/2010/main" val="3645496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5A406AB-BBF6-4997-810D-8009855F07B1}"/>
              </a:ext>
            </a:extLst>
          </p:cNvPr>
          <p:cNvSpPr>
            <a:spLocks noGrp="1" noChangeArrowheads="1"/>
          </p:cNvSpPr>
          <p:nvPr>
            <p:ph type="dt" sz="half" idx="10"/>
          </p:nvPr>
        </p:nvSpPr>
        <p:spPr>
          <a:ln/>
        </p:spPr>
        <p:txBody>
          <a:bodyPr/>
          <a:lstStyle>
            <a:lvl1pPr>
              <a:defRPr/>
            </a:lvl1pPr>
          </a:lstStyle>
          <a:p>
            <a:pPr>
              <a:defRPr/>
            </a:pPr>
            <a:fld id="{50AA6855-4E0E-4528-A2F3-4358C91A66D6}" type="datetime1">
              <a:rPr lang="zh-CN" altLang="en-US"/>
              <a:pPr>
                <a:defRPr/>
              </a:pPr>
              <a:t>2025/9/11</a:t>
            </a:fld>
            <a:endParaRPr lang="en-US" altLang="zh-CN"/>
          </a:p>
        </p:txBody>
      </p:sp>
      <p:sp>
        <p:nvSpPr>
          <p:cNvPr id="8" name="Rectangle 5">
            <a:extLst>
              <a:ext uri="{FF2B5EF4-FFF2-40B4-BE49-F238E27FC236}">
                <a16:creationId xmlns:a16="http://schemas.microsoft.com/office/drawing/2014/main" id="{C967E680-A964-49EE-BA82-C99DE4D11EB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4F4DF5A-4B16-480B-A753-2C6BAACDC4AF}"/>
              </a:ext>
            </a:extLst>
          </p:cNvPr>
          <p:cNvSpPr>
            <a:spLocks noGrp="1" noChangeArrowheads="1"/>
          </p:cNvSpPr>
          <p:nvPr>
            <p:ph type="sldNum" sz="quarter" idx="12"/>
          </p:nvPr>
        </p:nvSpPr>
        <p:spPr>
          <a:ln/>
        </p:spPr>
        <p:txBody>
          <a:bodyPr/>
          <a:lstStyle>
            <a:lvl1pPr>
              <a:defRPr/>
            </a:lvl1pPr>
          </a:lstStyle>
          <a:p>
            <a:fld id="{704869AC-C63E-428D-A371-43422B1261B4}" type="slidenum">
              <a:rPr lang="en-US" altLang="zh-CN"/>
              <a:pPr/>
              <a:t>‹#›</a:t>
            </a:fld>
            <a:endParaRPr lang="en-US" altLang="zh-CN"/>
          </a:p>
        </p:txBody>
      </p:sp>
    </p:spTree>
    <p:extLst>
      <p:ext uri="{BB962C8B-B14F-4D97-AF65-F5344CB8AC3E}">
        <p14:creationId xmlns:p14="http://schemas.microsoft.com/office/powerpoint/2010/main" val="970043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EA947088-6867-41FF-A649-CB0D6E72FDBE}"/>
              </a:ext>
            </a:extLst>
          </p:cNvPr>
          <p:cNvSpPr>
            <a:spLocks noGrp="1" noChangeArrowheads="1"/>
          </p:cNvSpPr>
          <p:nvPr>
            <p:ph type="dt" sz="half" idx="10"/>
          </p:nvPr>
        </p:nvSpPr>
        <p:spPr>
          <a:ln/>
        </p:spPr>
        <p:txBody>
          <a:bodyPr/>
          <a:lstStyle>
            <a:lvl1pPr>
              <a:defRPr/>
            </a:lvl1pPr>
          </a:lstStyle>
          <a:p>
            <a:pPr>
              <a:defRPr/>
            </a:pPr>
            <a:fld id="{C1E57912-2FCA-4F30-85C9-18E15C53A312}" type="datetime1">
              <a:rPr lang="zh-CN" altLang="en-US"/>
              <a:pPr>
                <a:defRPr/>
              </a:pPr>
              <a:t>2025/9/11</a:t>
            </a:fld>
            <a:endParaRPr lang="en-US" altLang="zh-CN"/>
          </a:p>
        </p:txBody>
      </p:sp>
      <p:sp>
        <p:nvSpPr>
          <p:cNvPr id="4" name="Rectangle 5">
            <a:extLst>
              <a:ext uri="{FF2B5EF4-FFF2-40B4-BE49-F238E27FC236}">
                <a16:creationId xmlns:a16="http://schemas.microsoft.com/office/drawing/2014/main" id="{877E77A8-C5AA-430A-82AC-E192F1BAF38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B08AE3C-3F1C-44E3-972A-21DB2DD4A8C8}"/>
              </a:ext>
            </a:extLst>
          </p:cNvPr>
          <p:cNvSpPr>
            <a:spLocks noGrp="1" noChangeArrowheads="1"/>
          </p:cNvSpPr>
          <p:nvPr>
            <p:ph type="sldNum" sz="quarter" idx="12"/>
          </p:nvPr>
        </p:nvSpPr>
        <p:spPr>
          <a:ln/>
        </p:spPr>
        <p:txBody>
          <a:bodyPr/>
          <a:lstStyle>
            <a:lvl1pPr>
              <a:defRPr/>
            </a:lvl1pPr>
          </a:lstStyle>
          <a:p>
            <a:fld id="{488EB171-160F-404E-9B16-C50FF803F459}" type="slidenum">
              <a:rPr lang="en-US" altLang="zh-CN"/>
              <a:pPr/>
              <a:t>‹#›</a:t>
            </a:fld>
            <a:endParaRPr lang="en-US" altLang="zh-CN"/>
          </a:p>
        </p:txBody>
      </p:sp>
    </p:spTree>
    <p:extLst>
      <p:ext uri="{BB962C8B-B14F-4D97-AF65-F5344CB8AC3E}">
        <p14:creationId xmlns:p14="http://schemas.microsoft.com/office/powerpoint/2010/main" val="663258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E31F17C-A652-4442-9391-BC78FE7EFE88}"/>
              </a:ext>
            </a:extLst>
          </p:cNvPr>
          <p:cNvSpPr>
            <a:spLocks noGrp="1" noChangeArrowheads="1"/>
          </p:cNvSpPr>
          <p:nvPr>
            <p:ph type="dt" sz="half" idx="10"/>
          </p:nvPr>
        </p:nvSpPr>
        <p:spPr>
          <a:ln/>
        </p:spPr>
        <p:txBody>
          <a:bodyPr/>
          <a:lstStyle>
            <a:lvl1pPr>
              <a:defRPr/>
            </a:lvl1pPr>
          </a:lstStyle>
          <a:p>
            <a:pPr>
              <a:defRPr/>
            </a:pPr>
            <a:fld id="{3A929B59-B0B4-4DB5-9725-C049FFF88433}" type="datetime1">
              <a:rPr lang="zh-CN" altLang="en-US"/>
              <a:pPr>
                <a:defRPr/>
              </a:pPr>
              <a:t>2025/9/11</a:t>
            </a:fld>
            <a:endParaRPr lang="en-US" altLang="zh-CN"/>
          </a:p>
        </p:txBody>
      </p:sp>
      <p:sp>
        <p:nvSpPr>
          <p:cNvPr id="3" name="Rectangle 5">
            <a:extLst>
              <a:ext uri="{FF2B5EF4-FFF2-40B4-BE49-F238E27FC236}">
                <a16:creationId xmlns:a16="http://schemas.microsoft.com/office/drawing/2014/main" id="{57CEFE5D-9447-4C68-81EA-DE85A442D1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162D341-2DCD-4D6E-94E6-C31F8B0BEEC4}"/>
              </a:ext>
            </a:extLst>
          </p:cNvPr>
          <p:cNvSpPr>
            <a:spLocks noGrp="1" noChangeArrowheads="1"/>
          </p:cNvSpPr>
          <p:nvPr>
            <p:ph type="sldNum" sz="quarter" idx="12"/>
          </p:nvPr>
        </p:nvSpPr>
        <p:spPr>
          <a:ln/>
        </p:spPr>
        <p:txBody>
          <a:bodyPr/>
          <a:lstStyle>
            <a:lvl1pPr>
              <a:defRPr/>
            </a:lvl1pPr>
          </a:lstStyle>
          <a:p>
            <a:fld id="{D1E75CAF-7738-46F0-916B-0E9EDA36917A}" type="slidenum">
              <a:rPr lang="en-US" altLang="zh-CN"/>
              <a:pPr/>
              <a:t>‹#›</a:t>
            </a:fld>
            <a:endParaRPr lang="en-US" altLang="zh-CN"/>
          </a:p>
        </p:txBody>
      </p:sp>
    </p:spTree>
    <p:extLst>
      <p:ext uri="{BB962C8B-B14F-4D97-AF65-F5344CB8AC3E}">
        <p14:creationId xmlns:p14="http://schemas.microsoft.com/office/powerpoint/2010/main" val="2946689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A32CC8E-4359-4E53-B153-4A7BF8BB3C06}"/>
              </a:ext>
            </a:extLst>
          </p:cNvPr>
          <p:cNvSpPr>
            <a:spLocks noGrp="1" noChangeArrowheads="1"/>
          </p:cNvSpPr>
          <p:nvPr>
            <p:ph type="dt" sz="half" idx="10"/>
          </p:nvPr>
        </p:nvSpPr>
        <p:spPr>
          <a:ln/>
        </p:spPr>
        <p:txBody>
          <a:bodyPr/>
          <a:lstStyle>
            <a:lvl1pPr>
              <a:defRPr/>
            </a:lvl1pPr>
          </a:lstStyle>
          <a:p>
            <a:pPr>
              <a:defRPr/>
            </a:pPr>
            <a:fld id="{ADDB712A-C8EA-446B-8A4C-0E28C180D467}" type="datetime1">
              <a:rPr lang="zh-CN" altLang="en-US"/>
              <a:pPr>
                <a:defRPr/>
              </a:pPr>
              <a:t>2025/9/11</a:t>
            </a:fld>
            <a:endParaRPr lang="en-US" altLang="zh-CN"/>
          </a:p>
        </p:txBody>
      </p:sp>
      <p:sp>
        <p:nvSpPr>
          <p:cNvPr id="6" name="Rectangle 5">
            <a:extLst>
              <a:ext uri="{FF2B5EF4-FFF2-40B4-BE49-F238E27FC236}">
                <a16:creationId xmlns:a16="http://schemas.microsoft.com/office/drawing/2014/main" id="{6804422B-186F-4752-A757-E6B7EB08F16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18300F4-F6F3-48ED-835C-61BAB314D31E}"/>
              </a:ext>
            </a:extLst>
          </p:cNvPr>
          <p:cNvSpPr>
            <a:spLocks noGrp="1" noChangeArrowheads="1"/>
          </p:cNvSpPr>
          <p:nvPr>
            <p:ph type="sldNum" sz="quarter" idx="12"/>
          </p:nvPr>
        </p:nvSpPr>
        <p:spPr>
          <a:ln/>
        </p:spPr>
        <p:txBody>
          <a:bodyPr/>
          <a:lstStyle>
            <a:lvl1pPr>
              <a:defRPr/>
            </a:lvl1pPr>
          </a:lstStyle>
          <a:p>
            <a:fld id="{F9402CA2-D0E7-4F79-82FE-9AD1477E19D7}" type="slidenum">
              <a:rPr lang="en-US" altLang="zh-CN"/>
              <a:pPr/>
              <a:t>‹#›</a:t>
            </a:fld>
            <a:endParaRPr lang="en-US" altLang="zh-CN"/>
          </a:p>
        </p:txBody>
      </p:sp>
    </p:spTree>
    <p:extLst>
      <p:ext uri="{BB962C8B-B14F-4D97-AF65-F5344CB8AC3E}">
        <p14:creationId xmlns:p14="http://schemas.microsoft.com/office/powerpoint/2010/main" val="1102803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11FE8C8B-486F-41A3-97F8-93CC63BEAF31}"/>
              </a:ext>
            </a:extLst>
          </p:cNvPr>
          <p:cNvSpPr>
            <a:spLocks noGrp="1" noChangeArrowheads="1"/>
          </p:cNvSpPr>
          <p:nvPr>
            <p:ph type="dt" sz="half" idx="10"/>
          </p:nvPr>
        </p:nvSpPr>
        <p:spPr>
          <a:ln/>
        </p:spPr>
        <p:txBody>
          <a:bodyPr/>
          <a:lstStyle>
            <a:lvl1pPr>
              <a:defRPr/>
            </a:lvl1pPr>
          </a:lstStyle>
          <a:p>
            <a:pPr>
              <a:defRPr/>
            </a:pPr>
            <a:fld id="{CA8E5EC9-5ED5-4F4D-9748-6533980BE29D}" type="datetime1">
              <a:rPr lang="zh-CN" altLang="en-US"/>
              <a:pPr>
                <a:defRPr/>
              </a:pPr>
              <a:t>2025/9/11</a:t>
            </a:fld>
            <a:endParaRPr lang="en-US" altLang="zh-CN"/>
          </a:p>
        </p:txBody>
      </p:sp>
      <p:sp>
        <p:nvSpPr>
          <p:cNvPr id="6" name="Rectangle 5">
            <a:extLst>
              <a:ext uri="{FF2B5EF4-FFF2-40B4-BE49-F238E27FC236}">
                <a16:creationId xmlns:a16="http://schemas.microsoft.com/office/drawing/2014/main" id="{60F086E7-14D1-4526-9416-EE0A048A39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00CA4CF-AECE-4D65-833F-A7CFDA1D9CCB}"/>
              </a:ext>
            </a:extLst>
          </p:cNvPr>
          <p:cNvSpPr>
            <a:spLocks noGrp="1" noChangeArrowheads="1"/>
          </p:cNvSpPr>
          <p:nvPr>
            <p:ph type="sldNum" sz="quarter" idx="12"/>
          </p:nvPr>
        </p:nvSpPr>
        <p:spPr>
          <a:ln/>
        </p:spPr>
        <p:txBody>
          <a:bodyPr/>
          <a:lstStyle>
            <a:lvl1pPr>
              <a:defRPr/>
            </a:lvl1pPr>
          </a:lstStyle>
          <a:p>
            <a:fld id="{4A9B717E-0F99-48C0-91B5-610BA738FD3E}" type="slidenum">
              <a:rPr lang="en-US" altLang="zh-CN"/>
              <a:pPr/>
              <a:t>‹#›</a:t>
            </a:fld>
            <a:endParaRPr lang="en-US" altLang="zh-CN"/>
          </a:p>
        </p:txBody>
      </p:sp>
    </p:spTree>
    <p:extLst>
      <p:ext uri="{BB962C8B-B14F-4D97-AF65-F5344CB8AC3E}">
        <p14:creationId xmlns:p14="http://schemas.microsoft.com/office/powerpoint/2010/main" val="186408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37AC4FA-5533-4AFE-B846-2E2530789CDD}"/>
              </a:ext>
            </a:extLst>
          </p:cNvPr>
          <p:cNvSpPr>
            <a:spLocks noGrp="1" noChangeArrowheads="1"/>
          </p:cNvSpPr>
          <p:nvPr>
            <p:ph type="dt" sz="half" idx="10"/>
          </p:nvPr>
        </p:nvSpPr>
        <p:spPr>
          <a:ln/>
        </p:spPr>
        <p:txBody>
          <a:bodyPr/>
          <a:lstStyle>
            <a:lvl1pPr>
              <a:defRPr/>
            </a:lvl1pPr>
          </a:lstStyle>
          <a:p>
            <a:pPr>
              <a:defRPr/>
            </a:pPr>
            <a:fld id="{29239CE7-0389-4820-9571-6B21FFD674F8}" type="datetime1">
              <a:rPr lang="zh-CN" altLang="en-US"/>
              <a:pPr>
                <a:defRPr/>
              </a:pPr>
              <a:t>2025/9/11</a:t>
            </a:fld>
            <a:endParaRPr lang="en-US" altLang="zh-CN"/>
          </a:p>
        </p:txBody>
      </p:sp>
      <p:sp>
        <p:nvSpPr>
          <p:cNvPr id="5" name="Rectangle 5">
            <a:extLst>
              <a:ext uri="{FF2B5EF4-FFF2-40B4-BE49-F238E27FC236}">
                <a16:creationId xmlns:a16="http://schemas.microsoft.com/office/drawing/2014/main" id="{A7B16DF8-5964-4656-A977-F127480194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489E652-2D0E-4D77-A405-E37FCCA1BE6B}"/>
              </a:ext>
            </a:extLst>
          </p:cNvPr>
          <p:cNvSpPr>
            <a:spLocks noGrp="1" noChangeArrowheads="1"/>
          </p:cNvSpPr>
          <p:nvPr>
            <p:ph type="sldNum" sz="quarter" idx="12"/>
          </p:nvPr>
        </p:nvSpPr>
        <p:spPr>
          <a:ln/>
        </p:spPr>
        <p:txBody>
          <a:bodyPr/>
          <a:lstStyle>
            <a:lvl1pPr>
              <a:defRPr/>
            </a:lvl1pPr>
          </a:lstStyle>
          <a:p>
            <a:fld id="{D07791BF-5244-4185-9D0F-3FB45D62817C}" type="slidenum">
              <a:rPr lang="en-US" altLang="zh-CN"/>
              <a:pPr/>
              <a:t>‹#›</a:t>
            </a:fld>
            <a:endParaRPr lang="en-US" altLang="zh-CN"/>
          </a:p>
        </p:txBody>
      </p:sp>
    </p:spTree>
    <p:extLst>
      <p:ext uri="{BB962C8B-B14F-4D97-AF65-F5344CB8AC3E}">
        <p14:creationId xmlns:p14="http://schemas.microsoft.com/office/powerpoint/2010/main" val="596002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274638"/>
            <a:ext cx="2058988" cy="57451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29325" cy="57451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178350E-21D5-4298-9FF1-6CD4E147E73D}"/>
              </a:ext>
            </a:extLst>
          </p:cNvPr>
          <p:cNvSpPr>
            <a:spLocks noGrp="1" noChangeArrowheads="1"/>
          </p:cNvSpPr>
          <p:nvPr>
            <p:ph type="dt" sz="half" idx="10"/>
          </p:nvPr>
        </p:nvSpPr>
        <p:spPr>
          <a:ln/>
        </p:spPr>
        <p:txBody>
          <a:bodyPr/>
          <a:lstStyle>
            <a:lvl1pPr>
              <a:defRPr/>
            </a:lvl1pPr>
          </a:lstStyle>
          <a:p>
            <a:pPr>
              <a:defRPr/>
            </a:pPr>
            <a:fld id="{9C6E8FFC-4C20-4FEF-AF1C-9C238568CFCC}" type="datetime1">
              <a:rPr lang="zh-CN" altLang="en-US"/>
              <a:pPr>
                <a:defRPr/>
              </a:pPr>
              <a:t>2025/9/11</a:t>
            </a:fld>
            <a:endParaRPr lang="en-US" altLang="zh-CN"/>
          </a:p>
        </p:txBody>
      </p:sp>
      <p:sp>
        <p:nvSpPr>
          <p:cNvPr id="5" name="Rectangle 5">
            <a:extLst>
              <a:ext uri="{FF2B5EF4-FFF2-40B4-BE49-F238E27FC236}">
                <a16:creationId xmlns:a16="http://schemas.microsoft.com/office/drawing/2014/main" id="{3E6A9815-2437-45FB-AB38-4365CF18F2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115B579-33F0-4632-9935-29CEF5FBD998}"/>
              </a:ext>
            </a:extLst>
          </p:cNvPr>
          <p:cNvSpPr>
            <a:spLocks noGrp="1" noChangeArrowheads="1"/>
          </p:cNvSpPr>
          <p:nvPr>
            <p:ph type="sldNum" sz="quarter" idx="12"/>
          </p:nvPr>
        </p:nvSpPr>
        <p:spPr>
          <a:ln/>
        </p:spPr>
        <p:txBody>
          <a:bodyPr/>
          <a:lstStyle>
            <a:lvl1pPr>
              <a:defRPr/>
            </a:lvl1pPr>
          </a:lstStyle>
          <a:p>
            <a:fld id="{E48DC16B-85C1-4F03-9BD5-A6D63F47A393}" type="slidenum">
              <a:rPr lang="en-US" altLang="zh-CN"/>
              <a:pPr/>
              <a:t>‹#›</a:t>
            </a:fld>
            <a:endParaRPr lang="en-US" altLang="zh-CN"/>
          </a:p>
        </p:txBody>
      </p:sp>
    </p:spTree>
    <p:extLst>
      <p:ext uri="{BB962C8B-B14F-4D97-AF65-F5344CB8AC3E}">
        <p14:creationId xmlns:p14="http://schemas.microsoft.com/office/powerpoint/2010/main" val="2598280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a:extLst>
              <a:ext uri="{FF2B5EF4-FFF2-40B4-BE49-F238E27FC236}">
                <a16:creationId xmlns:a16="http://schemas.microsoft.com/office/drawing/2014/main" id="{936D1487-35C9-41FF-BE9A-026789AF2E10}"/>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FA3AF5D-E51B-4E46-9705-88FCA5B0AA20}"/>
              </a:ext>
            </a:extLst>
          </p:cNvPr>
          <p:cNvSpPr>
            <a:spLocks noGrp="1" noChangeArrowheads="1"/>
          </p:cNvSpPr>
          <p:nvPr>
            <p:ph type="sldNum" sz="quarter" idx="11"/>
          </p:nvPr>
        </p:nvSpPr>
        <p:spPr>
          <a:ln/>
        </p:spPr>
        <p:txBody>
          <a:bodyPr/>
          <a:lstStyle>
            <a:lvl1pPr>
              <a:defRPr/>
            </a:lvl1pPr>
          </a:lstStyle>
          <a:p>
            <a:fld id="{C06966F9-A023-4443-8580-0536EAE066E3}" type="slidenum">
              <a:rPr lang="en-US" altLang="zh-CN"/>
              <a:pPr/>
              <a:t>‹#›</a:t>
            </a:fld>
            <a:endParaRPr lang="en-US" altLang="zh-CN"/>
          </a:p>
        </p:txBody>
      </p:sp>
    </p:spTree>
    <p:extLst>
      <p:ext uri="{BB962C8B-B14F-4D97-AF65-F5344CB8AC3E}">
        <p14:creationId xmlns:p14="http://schemas.microsoft.com/office/powerpoint/2010/main" val="3341818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FC79DEBE-99F8-4626-A224-3773204CBA0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0EF6330-C843-4A77-8627-CB156045ECEE}"/>
              </a:ext>
            </a:extLst>
          </p:cNvPr>
          <p:cNvSpPr>
            <a:spLocks noGrp="1" noChangeArrowheads="1"/>
          </p:cNvSpPr>
          <p:nvPr>
            <p:ph type="sldNum" sz="quarter" idx="11"/>
          </p:nvPr>
        </p:nvSpPr>
        <p:spPr>
          <a:ln/>
        </p:spPr>
        <p:txBody>
          <a:bodyPr/>
          <a:lstStyle>
            <a:lvl1pPr>
              <a:defRPr/>
            </a:lvl1pPr>
          </a:lstStyle>
          <a:p>
            <a:fld id="{3FB703E9-F1DA-4D42-A295-DFFD269788A2}" type="slidenum">
              <a:rPr lang="en-US" altLang="zh-CN"/>
              <a:pPr/>
              <a:t>‹#›</a:t>
            </a:fld>
            <a:endParaRPr lang="en-US" altLang="zh-CN"/>
          </a:p>
        </p:txBody>
      </p:sp>
    </p:spTree>
    <p:extLst>
      <p:ext uri="{BB962C8B-B14F-4D97-AF65-F5344CB8AC3E}">
        <p14:creationId xmlns:p14="http://schemas.microsoft.com/office/powerpoint/2010/main" val="155046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FE3731BA-F756-49EF-B762-08ACEA3399D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B265D38-7DEC-4D3E-A73D-95D382C7EC44}"/>
              </a:ext>
            </a:extLst>
          </p:cNvPr>
          <p:cNvSpPr>
            <a:spLocks noGrp="1" noChangeArrowheads="1"/>
          </p:cNvSpPr>
          <p:nvPr>
            <p:ph type="sldNum" sz="quarter" idx="11"/>
          </p:nvPr>
        </p:nvSpPr>
        <p:spPr>
          <a:ln/>
        </p:spPr>
        <p:txBody>
          <a:bodyPr/>
          <a:lstStyle>
            <a:lvl1pPr>
              <a:defRPr/>
            </a:lvl1pPr>
          </a:lstStyle>
          <a:p>
            <a:fld id="{CE41F027-48C6-414C-B1C8-F66974636834}" type="slidenum">
              <a:rPr lang="en-US" altLang="zh-CN"/>
              <a:pPr/>
              <a:t>‹#›</a:t>
            </a:fld>
            <a:endParaRPr lang="en-US" altLang="zh-CN"/>
          </a:p>
        </p:txBody>
      </p:sp>
    </p:spTree>
    <p:extLst>
      <p:ext uri="{BB962C8B-B14F-4D97-AF65-F5344CB8AC3E}">
        <p14:creationId xmlns:p14="http://schemas.microsoft.com/office/powerpoint/2010/main" val="2535763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63713" y="1520825"/>
            <a:ext cx="33464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262563" y="1520825"/>
            <a:ext cx="33480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02B5AD89-7F46-4352-BEA6-12953018C64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F120A89-A07E-48D8-8053-0293E8D5122B}"/>
              </a:ext>
            </a:extLst>
          </p:cNvPr>
          <p:cNvSpPr>
            <a:spLocks noGrp="1" noChangeArrowheads="1"/>
          </p:cNvSpPr>
          <p:nvPr>
            <p:ph type="sldNum" sz="quarter" idx="11"/>
          </p:nvPr>
        </p:nvSpPr>
        <p:spPr>
          <a:ln/>
        </p:spPr>
        <p:txBody>
          <a:bodyPr/>
          <a:lstStyle>
            <a:lvl1pPr>
              <a:defRPr/>
            </a:lvl1pPr>
          </a:lstStyle>
          <a:p>
            <a:fld id="{BA693741-1053-4C76-9D5B-837DEE8EC18A}" type="slidenum">
              <a:rPr lang="en-US" altLang="zh-CN"/>
              <a:pPr/>
              <a:t>‹#›</a:t>
            </a:fld>
            <a:endParaRPr lang="en-US" altLang="zh-CN"/>
          </a:p>
        </p:txBody>
      </p:sp>
    </p:spTree>
    <p:extLst>
      <p:ext uri="{BB962C8B-B14F-4D97-AF65-F5344CB8AC3E}">
        <p14:creationId xmlns:p14="http://schemas.microsoft.com/office/powerpoint/2010/main" val="2361852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07362BA1-01BB-448D-AEA2-6C65BB45A74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1CA255EE-F2C4-4F9B-B2D3-A35B1A78B59B}"/>
              </a:ext>
            </a:extLst>
          </p:cNvPr>
          <p:cNvSpPr>
            <a:spLocks noGrp="1" noChangeArrowheads="1"/>
          </p:cNvSpPr>
          <p:nvPr>
            <p:ph type="sldNum" sz="quarter" idx="11"/>
          </p:nvPr>
        </p:nvSpPr>
        <p:spPr>
          <a:ln/>
        </p:spPr>
        <p:txBody>
          <a:bodyPr/>
          <a:lstStyle>
            <a:lvl1pPr>
              <a:defRPr/>
            </a:lvl1pPr>
          </a:lstStyle>
          <a:p>
            <a:fld id="{FC5DCE45-F1C4-4E62-9CFA-AEC741B08B14}" type="slidenum">
              <a:rPr lang="en-US" altLang="zh-CN"/>
              <a:pPr/>
              <a:t>‹#›</a:t>
            </a:fld>
            <a:endParaRPr lang="en-US" altLang="zh-CN"/>
          </a:p>
        </p:txBody>
      </p:sp>
    </p:spTree>
    <p:extLst>
      <p:ext uri="{BB962C8B-B14F-4D97-AF65-F5344CB8AC3E}">
        <p14:creationId xmlns:p14="http://schemas.microsoft.com/office/powerpoint/2010/main" val="3209259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A3A237DC-B8C7-47D1-902F-13E53778349F}"/>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F69FC42D-A254-479B-BCD3-F889E2F8A5E1}"/>
              </a:ext>
            </a:extLst>
          </p:cNvPr>
          <p:cNvSpPr>
            <a:spLocks noGrp="1" noChangeArrowheads="1"/>
          </p:cNvSpPr>
          <p:nvPr>
            <p:ph type="sldNum" sz="quarter" idx="11"/>
          </p:nvPr>
        </p:nvSpPr>
        <p:spPr>
          <a:ln/>
        </p:spPr>
        <p:txBody>
          <a:bodyPr/>
          <a:lstStyle>
            <a:lvl1pPr>
              <a:defRPr/>
            </a:lvl1pPr>
          </a:lstStyle>
          <a:p>
            <a:fld id="{7FA59AF3-43E3-4FDD-BA79-18EE2233E002}" type="slidenum">
              <a:rPr lang="en-US" altLang="zh-CN"/>
              <a:pPr/>
              <a:t>‹#›</a:t>
            </a:fld>
            <a:endParaRPr lang="en-US" altLang="zh-CN"/>
          </a:p>
        </p:txBody>
      </p:sp>
    </p:spTree>
    <p:extLst>
      <p:ext uri="{BB962C8B-B14F-4D97-AF65-F5344CB8AC3E}">
        <p14:creationId xmlns:p14="http://schemas.microsoft.com/office/powerpoint/2010/main" val="3587651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994CE87B-FC9E-4837-9760-DA6178971E65}"/>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4F162CE1-7C86-4E4E-B13F-75F6DFB40844}"/>
              </a:ext>
            </a:extLst>
          </p:cNvPr>
          <p:cNvSpPr>
            <a:spLocks noGrp="1" noChangeArrowheads="1"/>
          </p:cNvSpPr>
          <p:nvPr>
            <p:ph type="sldNum" sz="quarter" idx="11"/>
          </p:nvPr>
        </p:nvSpPr>
        <p:spPr>
          <a:ln/>
        </p:spPr>
        <p:txBody>
          <a:bodyPr/>
          <a:lstStyle>
            <a:lvl1pPr>
              <a:defRPr/>
            </a:lvl1pPr>
          </a:lstStyle>
          <a:p>
            <a:fld id="{C4029406-6F6C-4A09-A075-A9A5470A334C}" type="slidenum">
              <a:rPr lang="en-US" altLang="zh-CN"/>
              <a:pPr/>
              <a:t>‹#›</a:t>
            </a:fld>
            <a:endParaRPr lang="en-US" altLang="zh-CN"/>
          </a:p>
        </p:txBody>
      </p:sp>
    </p:spTree>
    <p:extLst>
      <p:ext uri="{BB962C8B-B14F-4D97-AF65-F5344CB8AC3E}">
        <p14:creationId xmlns:p14="http://schemas.microsoft.com/office/powerpoint/2010/main" val="258024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3C1DC9E8-2D17-4D11-9822-060CAA60A96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5D9208B-50D4-430F-97E5-BF6687433ECD}"/>
              </a:ext>
            </a:extLst>
          </p:cNvPr>
          <p:cNvSpPr>
            <a:spLocks noGrp="1" noChangeArrowheads="1"/>
          </p:cNvSpPr>
          <p:nvPr>
            <p:ph type="sldNum" sz="quarter" idx="11"/>
          </p:nvPr>
        </p:nvSpPr>
        <p:spPr>
          <a:ln/>
        </p:spPr>
        <p:txBody>
          <a:bodyPr/>
          <a:lstStyle>
            <a:lvl1pPr>
              <a:defRPr/>
            </a:lvl1pPr>
          </a:lstStyle>
          <a:p>
            <a:fld id="{6D77CB34-CA1B-4C1D-8F3D-EE2D3D4811FF}" type="slidenum">
              <a:rPr lang="en-US" altLang="zh-CN"/>
              <a:pPr/>
              <a:t>‹#›</a:t>
            </a:fld>
            <a:endParaRPr lang="en-US" altLang="zh-CN"/>
          </a:p>
        </p:txBody>
      </p:sp>
    </p:spTree>
    <p:extLst>
      <p:ext uri="{BB962C8B-B14F-4D97-AF65-F5344CB8AC3E}">
        <p14:creationId xmlns:p14="http://schemas.microsoft.com/office/powerpoint/2010/main" val="3718957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5154759E-BD72-4956-89D6-6461AF1BCB3B}"/>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7C47F09-D3D4-4E20-AB3C-371A1B8FCC0D}"/>
              </a:ext>
            </a:extLst>
          </p:cNvPr>
          <p:cNvSpPr>
            <a:spLocks noGrp="1" noChangeArrowheads="1"/>
          </p:cNvSpPr>
          <p:nvPr>
            <p:ph type="sldNum" sz="quarter" idx="11"/>
          </p:nvPr>
        </p:nvSpPr>
        <p:spPr>
          <a:ln/>
        </p:spPr>
        <p:txBody>
          <a:bodyPr/>
          <a:lstStyle>
            <a:lvl1pPr>
              <a:defRPr/>
            </a:lvl1pPr>
          </a:lstStyle>
          <a:p>
            <a:fld id="{82D32325-D78C-4E1C-8392-40D6C82C8CDF}" type="slidenum">
              <a:rPr lang="en-US" altLang="zh-CN"/>
              <a:pPr/>
              <a:t>‹#›</a:t>
            </a:fld>
            <a:endParaRPr lang="en-US" altLang="zh-CN"/>
          </a:p>
        </p:txBody>
      </p:sp>
    </p:spTree>
    <p:extLst>
      <p:ext uri="{BB962C8B-B14F-4D97-AF65-F5344CB8AC3E}">
        <p14:creationId xmlns:p14="http://schemas.microsoft.com/office/powerpoint/2010/main" val="1793749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8A4E51E0-E2B7-417B-AFE4-31F684512CCA}"/>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1A4B688-D772-4D4E-B52B-36A0BF28351F}"/>
              </a:ext>
            </a:extLst>
          </p:cNvPr>
          <p:cNvSpPr>
            <a:spLocks noGrp="1" noChangeArrowheads="1"/>
          </p:cNvSpPr>
          <p:nvPr>
            <p:ph type="sldNum" sz="quarter" idx="11"/>
          </p:nvPr>
        </p:nvSpPr>
        <p:spPr>
          <a:ln/>
        </p:spPr>
        <p:txBody>
          <a:bodyPr/>
          <a:lstStyle>
            <a:lvl1pPr>
              <a:defRPr/>
            </a:lvl1pPr>
          </a:lstStyle>
          <a:p>
            <a:fld id="{5995D710-9151-43F1-8A1F-BAB1A1077C73}" type="slidenum">
              <a:rPr lang="en-US" altLang="zh-CN"/>
              <a:pPr/>
              <a:t>‹#›</a:t>
            </a:fld>
            <a:endParaRPr lang="en-US" altLang="zh-CN"/>
          </a:p>
        </p:txBody>
      </p:sp>
    </p:spTree>
    <p:extLst>
      <p:ext uri="{BB962C8B-B14F-4D97-AF65-F5344CB8AC3E}">
        <p14:creationId xmlns:p14="http://schemas.microsoft.com/office/powerpoint/2010/main" val="2811835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274638"/>
            <a:ext cx="1727200" cy="5818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63713" y="274638"/>
            <a:ext cx="5032375" cy="5818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4A1E8DEC-1793-442F-BE75-A009060A3F5F}"/>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A3DAD14-FDAD-49E1-A55C-4A500AE314F9}"/>
              </a:ext>
            </a:extLst>
          </p:cNvPr>
          <p:cNvSpPr>
            <a:spLocks noGrp="1" noChangeArrowheads="1"/>
          </p:cNvSpPr>
          <p:nvPr>
            <p:ph type="sldNum" sz="quarter" idx="11"/>
          </p:nvPr>
        </p:nvSpPr>
        <p:spPr>
          <a:ln/>
        </p:spPr>
        <p:txBody>
          <a:bodyPr/>
          <a:lstStyle>
            <a:lvl1pPr>
              <a:defRPr/>
            </a:lvl1pPr>
          </a:lstStyle>
          <a:p>
            <a:fld id="{2B69A560-B4B3-475B-8A87-9D86EBC95AE4}" type="slidenum">
              <a:rPr lang="en-US" altLang="zh-CN"/>
              <a:pPr/>
              <a:t>‹#›</a:t>
            </a:fld>
            <a:endParaRPr lang="en-US" altLang="zh-CN"/>
          </a:p>
        </p:txBody>
      </p:sp>
    </p:spTree>
    <p:extLst>
      <p:ext uri="{BB962C8B-B14F-4D97-AF65-F5344CB8AC3E}">
        <p14:creationId xmlns:p14="http://schemas.microsoft.com/office/powerpoint/2010/main" val="3135154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2" name="Object 5">
            <a:extLst>
              <a:ext uri="{FF2B5EF4-FFF2-40B4-BE49-F238E27FC236}">
                <a16:creationId xmlns:a16="http://schemas.microsoft.com/office/drawing/2014/main" id="{51C10C68-07BC-4AB4-B30E-6E7553C41428}"/>
              </a:ext>
            </a:extLst>
          </p:cNvPr>
          <p:cNvGraphicFramePr>
            <a:graphicFrameLocks noChangeAspect="1"/>
          </p:cNvGraphicFramePr>
          <p:nvPr userDrawn="1"/>
        </p:nvGraphicFramePr>
        <p:xfrm>
          <a:off x="381000" y="225425"/>
          <a:ext cx="1547813" cy="727075"/>
        </p:xfrm>
        <a:graphic>
          <a:graphicData uri="http://schemas.openxmlformats.org/presentationml/2006/ole">
            <mc:AlternateContent xmlns:mc="http://schemas.openxmlformats.org/markup-compatibility/2006">
              <mc:Choice xmlns:v="urn:schemas-microsoft-com:vml" Requires="v">
                <p:oleObj spid="_x0000_s76885" name="图像文档" r:id="rId3" imgW="7515360" imgH="3533760" progId="Imaging.Document">
                  <p:embed/>
                </p:oleObj>
              </mc:Choice>
              <mc:Fallback>
                <p:oleObj name="图像文档" r:id="rId3" imgW="7515360" imgH="3533760" progId="Imaging.Document">
                  <p:embed/>
                  <p:pic>
                    <p:nvPicPr>
                      <p:cNvPr id="22530" name="Object 5">
                        <a:extLst>
                          <a:ext uri="{FF2B5EF4-FFF2-40B4-BE49-F238E27FC236}">
                            <a16:creationId xmlns:a16="http://schemas.microsoft.com/office/drawing/2014/main" id="{3FF2F37A-3E9C-4384-BA48-C4E1C6E655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5425"/>
                        <a:ext cx="1547813"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Line 6">
            <a:extLst>
              <a:ext uri="{FF2B5EF4-FFF2-40B4-BE49-F238E27FC236}">
                <a16:creationId xmlns:a16="http://schemas.microsoft.com/office/drawing/2014/main" id="{556E1E31-D54C-4AEB-AD55-B0F4C4D181C9}"/>
              </a:ext>
            </a:extLst>
          </p:cNvPr>
          <p:cNvSpPr>
            <a:spLocks noChangeShapeType="1"/>
          </p:cNvSpPr>
          <p:nvPr userDrawn="1"/>
        </p:nvSpPr>
        <p:spPr bwMode="auto">
          <a:xfrm>
            <a:off x="241300" y="1139825"/>
            <a:ext cx="8585200" cy="0"/>
          </a:xfrm>
          <a:prstGeom prst="line">
            <a:avLst/>
          </a:prstGeom>
          <a:noFill/>
          <a:ln w="25400">
            <a:solidFill>
              <a:srgbClr val="F35B1B"/>
            </a:solidFill>
            <a:round/>
            <a:headEnd/>
            <a:tailEnd/>
          </a:ln>
          <a:effectLst/>
        </p:spPr>
        <p:txBody>
          <a:bodyPr wrap="none" anchor="ctr"/>
          <a:lstStyle/>
          <a:p>
            <a:pPr>
              <a:defRPr/>
            </a:pPr>
            <a:endParaRPr lang="zh-CN" altLang="en-US">
              <a:latin typeface="Arial" charset="0"/>
              <a:ea typeface="黑体" pitchFamily="2" charset="-122"/>
            </a:endParaRPr>
          </a:p>
        </p:txBody>
      </p:sp>
      <p:sp>
        <p:nvSpPr>
          <p:cNvPr id="4" name="AutoShape 7">
            <a:hlinkClick r:id="rId5" action="ppaction://hlinksldjump" highlightClick="1"/>
            <a:extLst>
              <a:ext uri="{FF2B5EF4-FFF2-40B4-BE49-F238E27FC236}">
                <a16:creationId xmlns:a16="http://schemas.microsoft.com/office/drawing/2014/main" id="{D347C06E-70F6-4DD3-B8F8-A66A266D6058}"/>
              </a:ext>
            </a:extLst>
          </p:cNvPr>
          <p:cNvSpPr>
            <a:spLocks noChangeArrowheads="1"/>
          </p:cNvSpPr>
          <p:nvPr userDrawn="1"/>
        </p:nvSpPr>
        <p:spPr bwMode="auto">
          <a:xfrm>
            <a:off x="7440613" y="6359525"/>
            <a:ext cx="360362" cy="360363"/>
          </a:xfrm>
          <a:prstGeom prst="actionButtonBeginning">
            <a:avLst/>
          </a:prstGeom>
          <a:solidFill>
            <a:schemeClr val="bg1"/>
          </a:solidFill>
          <a:ln w="9525">
            <a:noFill/>
            <a:miter lim="800000"/>
            <a:headEnd/>
            <a:tailEnd/>
          </a:ln>
          <a:effectLst/>
        </p:spPr>
        <p:txBody>
          <a:bodyPr wrap="none" anchor="ctr"/>
          <a:lstStyle/>
          <a:p>
            <a:pPr>
              <a:defRPr/>
            </a:pPr>
            <a:endParaRPr lang="zh-CN" altLang="en-US">
              <a:latin typeface="Arial" charset="0"/>
              <a:ea typeface="黑体" pitchFamily="2" charset="-122"/>
            </a:endParaRPr>
          </a:p>
        </p:txBody>
      </p:sp>
      <p:sp>
        <p:nvSpPr>
          <p:cNvPr id="5" name="AutoShape 8">
            <a:hlinkClick r:id="" action="ppaction://hlinkshowjump?jump=previousslide" highlightClick="1"/>
            <a:extLst>
              <a:ext uri="{FF2B5EF4-FFF2-40B4-BE49-F238E27FC236}">
                <a16:creationId xmlns:a16="http://schemas.microsoft.com/office/drawing/2014/main" id="{891AB542-324A-4F1B-BC59-6C7F8A09E030}"/>
              </a:ext>
            </a:extLst>
          </p:cNvPr>
          <p:cNvSpPr>
            <a:spLocks noChangeArrowheads="1"/>
          </p:cNvSpPr>
          <p:nvPr userDrawn="1"/>
        </p:nvSpPr>
        <p:spPr bwMode="auto">
          <a:xfrm>
            <a:off x="7800975" y="6359525"/>
            <a:ext cx="360363" cy="360363"/>
          </a:xfrm>
          <a:prstGeom prst="actionButtonBackPrevious">
            <a:avLst/>
          </a:prstGeom>
          <a:solidFill>
            <a:schemeClr val="bg1"/>
          </a:solidFill>
          <a:ln w="9525">
            <a:noFill/>
            <a:miter lim="800000"/>
            <a:headEnd/>
            <a:tailEnd/>
          </a:ln>
          <a:effectLst/>
        </p:spPr>
        <p:txBody>
          <a:bodyPr wrap="none" anchor="ctr"/>
          <a:lstStyle/>
          <a:p>
            <a:pPr>
              <a:defRPr/>
            </a:pPr>
            <a:endParaRPr lang="zh-CN" altLang="en-US">
              <a:latin typeface="Arial" charset="0"/>
              <a:ea typeface="黑体" pitchFamily="2" charset="-122"/>
            </a:endParaRPr>
          </a:p>
        </p:txBody>
      </p:sp>
      <p:sp>
        <p:nvSpPr>
          <p:cNvPr id="6" name="AutoShape 9">
            <a:hlinkClick r:id="" action="ppaction://hlinkshowjump?jump=nextslide" highlightClick="1"/>
            <a:extLst>
              <a:ext uri="{FF2B5EF4-FFF2-40B4-BE49-F238E27FC236}">
                <a16:creationId xmlns:a16="http://schemas.microsoft.com/office/drawing/2014/main" id="{9D50F2A5-D6F2-4020-A437-7407C651D09C}"/>
              </a:ext>
            </a:extLst>
          </p:cNvPr>
          <p:cNvSpPr>
            <a:spLocks noChangeArrowheads="1"/>
          </p:cNvSpPr>
          <p:nvPr userDrawn="1"/>
        </p:nvSpPr>
        <p:spPr bwMode="auto">
          <a:xfrm>
            <a:off x="8161338" y="6359525"/>
            <a:ext cx="360362" cy="360363"/>
          </a:xfrm>
          <a:prstGeom prst="actionButtonForwardNext">
            <a:avLst/>
          </a:prstGeom>
          <a:solidFill>
            <a:schemeClr val="bg1"/>
          </a:solidFill>
          <a:ln w="9525">
            <a:noFill/>
            <a:miter lim="800000"/>
            <a:headEnd/>
            <a:tailEnd/>
          </a:ln>
          <a:effectLst/>
        </p:spPr>
        <p:txBody>
          <a:bodyPr wrap="none" anchor="ctr"/>
          <a:lstStyle/>
          <a:p>
            <a:pPr>
              <a:defRPr/>
            </a:pPr>
            <a:endParaRPr lang="zh-CN" altLang="en-US">
              <a:latin typeface="Arial" charset="0"/>
              <a:ea typeface="黑体" pitchFamily="2" charset="-122"/>
            </a:endParaRPr>
          </a:p>
        </p:txBody>
      </p:sp>
      <p:sp>
        <p:nvSpPr>
          <p:cNvPr id="7" name="AutoShape 10">
            <a:hlinkClick r:id="" action="ppaction://hlinkshowjump?jump=lastslide" highlightClick="1"/>
            <a:extLst>
              <a:ext uri="{FF2B5EF4-FFF2-40B4-BE49-F238E27FC236}">
                <a16:creationId xmlns:a16="http://schemas.microsoft.com/office/drawing/2014/main" id="{12F7202F-1122-4851-B37A-9EE3E7BEF69F}"/>
              </a:ext>
            </a:extLst>
          </p:cNvPr>
          <p:cNvSpPr>
            <a:spLocks noChangeArrowheads="1"/>
          </p:cNvSpPr>
          <p:nvPr userDrawn="1"/>
        </p:nvSpPr>
        <p:spPr bwMode="auto">
          <a:xfrm>
            <a:off x="8520113" y="6359525"/>
            <a:ext cx="360362" cy="360363"/>
          </a:xfrm>
          <a:prstGeom prst="actionButtonEnd">
            <a:avLst/>
          </a:prstGeom>
          <a:solidFill>
            <a:schemeClr val="bg1"/>
          </a:solidFill>
          <a:ln w="9525">
            <a:noFill/>
            <a:miter lim="800000"/>
            <a:headEnd/>
            <a:tailEnd/>
          </a:ln>
          <a:effectLst/>
        </p:spPr>
        <p:txBody>
          <a:bodyPr wrap="none" anchor="ctr"/>
          <a:lstStyle/>
          <a:p>
            <a:pPr>
              <a:defRPr/>
            </a:pPr>
            <a:endParaRPr lang="zh-CN" altLang="en-US">
              <a:latin typeface="Arial" charset="0"/>
              <a:ea typeface="黑体" pitchFamily="2" charset="-122"/>
            </a:endParaRPr>
          </a:p>
        </p:txBody>
      </p:sp>
      <p:sp>
        <p:nvSpPr>
          <p:cNvPr id="8" name="Rectangle 11">
            <a:extLst>
              <a:ext uri="{FF2B5EF4-FFF2-40B4-BE49-F238E27FC236}">
                <a16:creationId xmlns:a16="http://schemas.microsoft.com/office/drawing/2014/main" id="{DE9D8CB6-0B92-4FA8-963D-56DA0640CE3B}"/>
              </a:ext>
            </a:extLst>
          </p:cNvPr>
          <p:cNvSpPr>
            <a:spLocks noChangeArrowheads="1"/>
          </p:cNvSpPr>
          <p:nvPr/>
        </p:nvSpPr>
        <p:spPr bwMode="auto">
          <a:xfrm>
            <a:off x="2484438" y="274638"/>
            <a:ext cx="6191250" cy="777875"/>
          </a:xfrm>
          <a:prstGeom prst="rect">
            <a:avLst/>
          </a:prstGeom>
          <a:noFill/>
          <a:ln w="9525">
            <a:noFill/>
            <a:miter lim="800000"/>
            <a:headEnd/>
            <a:tailEnd/>
          </a:ln>
          <a:effectLst/>
        </p:spPr>
        <p:txBody>
          <a:bodyPr anchor="ctr"/>
          <a:lstStyle/>
          <a:p>
            <a:pPr>
              <a:spcBef>
                <a:spcPct val="0"/>
              </a:spcBef>
              <a:defRPr/>
            </a:pPr>
            <a:r>
              <a:rPr lang="zh-CN" altLang="en-US" sz="3600">
                <a:solidFill>
                  <a:srgbClr val="660033"/>
                </a:solidFill>
                <a:latin typeface="Arial" charset="0"/>
                <a:ea typeface="隶书" pitchFamily="49" charset="-122"/>
              </a:rPr>
              <a:t>目        录</a:t>
            </a:r>
            <a:r>
              <a:rPr lang="en-US" altLang="zh-CN" sz="3600">
                <a:solidFill>
                  <a:srgbClr val="660033"/>
                </a:solidFill>
                <a:latin typeface="Arial" charset="0"/>
                <a:ea typeface="隶书" pitchFamily="49" charset="-122"/>
              </a:rPr>
              <a:t>AAcf</a:t>
            </a:r>
          </a:p>
        </p:txBody>
      </p:sp>
      <p:sp>
        <p:nvSpPr>
          <p:cNvPr id="9" name="Text Box 12">
            <a:hlinkClick r:id="rId6" action="ppaction://hlinksldjump"/>
            <a:extLst>
              <a:ext uri="{FF2B5EF4-FFF2-40B4-BE49-F238E27FC236}">
                <a16:creationId xmlns:a16="http://schemas.microsoft.com/office/drawing/2014/main" id="{823A54F0-1341-41FA-9D04-50B849C483E1}"/>
              </a:ext>
            </a:extLst>
          </p:cNvPr>
          <p:cNvSpPr txBox="1">
            <a:spLocks noChangeArrowheads="1"/>
          </p:cNvSpPr>
          <p:nvPr userDrawn="1"/>
        </p:nvSpPr>
        <p:spPr bwMode="auto">
          <a:xfrm>
            <a:off x="838200" y="1541463"/>
            <a:ext cx="2819400" cy="744537"/>
          </a:xfrm>
          <a:prstGeom prst="rect">
            <a:avLst/>
          </a:prstGeom>
          <a:solidFill>
            <a:schemeClr val="hlink"/>
          </a:solidFill>
          <a:ln w="19050">
            <a:solidFill>
              <a:schemeClr val="tx1"/>
            </a:solidFill>
            <a:miter lim="800000"/>
            <a:headEnd/>
            <a:tailEnd/>
          </a:ln>
          <a:effectLst/>
        </p:spPr>
        <p:txBody>
          <a:bodyPr tIns="118800" bIns="118800">
            <a:spAutoFit/>
          </a:bodyPr>
          <a:lstStyle/>
          <a:p>
            <a:pPr>
              <a:defRPr/>
            </a:pPr>
            <a:r>
              <a:rPr lang="zh-CN" altLang="en-US" sz="3200">
                <a:solidFill>
                  <a:schemeClr val="bg1"/>
                </a:solidFill>
                <a:latin typeface="Arial" charset="0"/>
                <a:ea typeface="黑体" pitchFamily="2" charset="-122"/>
              </a:rPr>
              <a:t>业务管理层</a:t>
            </a:r>
          </a:p>
        </p:txBody>
      </p:sp>
      <p:sp>
        <p:nvSpPr>
          <p:cNvPr id="10" name="Text Box 13">
            <a:extLst>
              <a:ext uri="{FF2B5EF4-FFF2-40B4-BE49-F238E27FC236}">
                <a16:creationId xmlns:a16="http://schemas.microsoft.com/office/drawing/2014/main" id="{9413710B-3C4D-47CD-A8F5-0571DB40DB5B}"/>
              </a:ext>
            </a:extLst>
          </p:cNvPr>
          <p:cNvSpPr txBox="1">
            <a:spLocks noChangeArrowheads="1"/>
          </p:cNvSpPr>
          <p:nvPr userDrawn="1"/>
        </p:nvSpPr>
        <p:spPr bwMode="auto">
          <a:xfrm>
            <a:off x="838200" y="2286000"/>
            <a:ext cx="2819400" cy="744538"/>
          </a:xfrm>
          <a:prstGeom prst="rect">
            <a:avLst/>
          </a:prstGeom>
          <a:solidFill>
            <a:srgbClr val="8077F5"/>
          </a:solidFill>
          <a:ln w="19050">
            <a:solidFill>
              <a:schemeClr val="tx1"/>
            </a:solidFill>
            <a:miter lim="800000"/>
            <a:headEnd/>
            <a:tailEnd/>
          </a:ln>
          <a:effectLst/>
        </p:spPr>
        <p:txBody>
          <a:bodyPr tIns="118800" bIns="118800">
            <a:spAutoFit/>
          </a:bodyPr>
          <a:lstStyle/>
          <a:p>
            <a:pPr>
              <a:defRPr/>
            </a:pPr>
            <a:r>
              <a:rPr lang="zh-CN" altLang="en-US" sz="3200">
                <a:solidFill>
                  <a:schemeClr val="bg1"/>
                </a:solidFill>
                <a:latin typeface="Arial" charset="0"/>
                <a:ea typeface="黑体" pitchFamily="2" charset="-122"/>
              </a:rPr>
              <a:t>业务应用层</a:t>
            </a:r>
          </a:p>
        </p:txBody>
      </p:sp>
      <p:sp>
        <p:nvSpPr>
          <p:cNvPr id="11" name="Text Box 14">
            <a:extLst>
              <a:ext uri="{FF2B5EF4-FFF2-40B4-BE49-F238E27FC236}">
                <a16:creationId xmlns:a16="http://schemas.microsoft.com/office/drawing/2014/main" id="{511BD200-B7BE-4D4A-B454-F8E061BB1C1C}"/>
              </a:ext>
            </a:extLst>
          </p:cNvPr>
          <p:cNvSpPr txBox="1">
            <a:spLocks noChangeArrowheads="1"/>
          </p:cNvSpPr>
          <p:nvPr userDrawn="1"/>
        </p:nvSpPr>
        <p:spPr bwMode="auto">
          <a:xfrm>
            <a:off x="838200" y="2971800"/>
            <a:ext cx="2819400" cy="744538"/>
          </a:xfrm>
          <a:prstGeom prst="rect">
            <a:avLst/>
          </a:prstGeom>
          <a:solidFill>
            <a:srgbClr val="0066FF"/>
          </a:solidFill>
          <a:ln w="19050">
            <a:solidFill>
              <a:schemeClr val="tx1"/>
            </a:solidFill>
            <a:miter lim="800000"/>
            <a:headEnd/>
            <a:tailEnd/>
          </a:ln>
          <a:effectLst/>
        </p:spPr>
        <p:txBody>
          <a:bodyPr tIns="118800" bIns="118800">
            <a:spAutoFit/>
          </a:bodyPr>
          <a:lstStyle/>
          <a:p>
            <a:pPr>
              <a:defRPr/>
            </a:pPr>
            <a:r>
              <a:rPr lang="zh-CN" altLang="en-US" sz="3200">
                <a:solidFill>
                  <a:schemeClr val="bg1"/>
                </a:solidFill>
                <a:latin typeface="Arial" charset="0"/>
                <a:ea typeface="黑体" pitchFamily="2" charset="-122"/>
              </a:rPr>
              <a:t>业务支撑层</a:t>
            </a:r>
          </a:p>
        </p:txBody>
      </p:sp>
      <p:sp>
        <p:nvSpPr>
          <p:cNvPr id="12" name="Text Box 15">
            <a:extLst>
              <a:ext uri="{FF2B5EF4-FFF2-40B4-BE49-F238E27FC236}">
                <a16:creationId xmlns:a16="http://schemas.microsoft.com/office/drawing/2014/main" id="{A5998E29-CB35-4168-A8D2-7754E97EDC1A}"/>
              </a:ext>
            </a:extLst>
          </p:cNvPr>
          <p:cNvSpPr txBox="1">
            <a:spLocks noChangeArrowheads="1"/>
          </p:cNvSpPr>
          <p:nvPr userDrawn="1"/>
        </p:nvSpPr>
        <p:spPr bwMode="auto">
          <a:xfrm>
            <a:off x="838200" y="3657600"/>
            <a:ext cx="2819400" cy="744538"/>
          </a:xfrm>
          <a:prstGeom prst="rect">
            <a:avLst/>
          </a:prstGeom>
          <a:solidFill>
            <a:schemeClr val="folHlink"/>
          </a:solidFill>
          <a:ln w="19050">
            <a:solidFill>
              <a:schemeClr val="tx1"/>
            </a:solidFill>
            <a:miter lim="800000"/>
            <a:headEnd/>
            <a:tailEnd/>
          </a:ln>
          <a:effectLst/>
        </p:spPr>
        <p:txBody>
          <a:bodyPr tIns="118800" bIns="118800">
            <a:spAutoFit/>
          </a:bodyPr>
          <a:lstStyle/>
          <a:p>
            <a:pPr>
              <a:defRPr/>
            </a:pPr>
            <a:r>
              <a:rPr lang="zh-CN" altLang="en-US" sz="3200">
                <a:solidFill>
                  <a:schemeClr val="bg1"/>
                </a:solidFill>
                <a:latin typeface="Arial" charset="0"/>
                <a:ea typeface="黑体" pitchFamily="2" charset="-122"/>
              </a:rPr>
              <a:t>通信协议层</a:t>
            </a:r>
          </a:p>
        </p:txBody>
      </p:sp>
      <p:sp>
        <p:nvSpPr>
          <p:cNvPr id="13" name="Text Box 16">
            <a:extLst>
              <a:ext uri="{FF2B5EF4-FFF2-40B4-BE49-F238E27FC236}">
                <a16:creationId xmlns:a16="http://schemas.microsoft.com/office/drawing/2014/main" id="{7E59903E-C666-4068-87CB-70D863620C97}"/>
              </a:ext>
            </a:extLst>
          </p:cNvPr>
          <p:cNvSpPr txBox="1">
            <a:spLocks noChangeArrowheads="1"/>
          </p:cNvSpPr>
          <p:nvPr userDrawn="1"/>
        </p:nvSpPr>
        <p:spPr bwMode="auto">
          <a:xfrm>
            <a:off x="838200" y="4343400"/>
            <a:ext cx="2819400" cy="744538"/>
          </a:xfrm>
          <a:prstGeom prst="rect">
            <a:avLst/>
          </a:prstGeom>
          <a:solidFill>
            <a:schemeClr val="bg2"/>
          </a:solidFill>
          <a:ln w="19050">
            <a:solidFill>
              <a:schemeClr val="tx1"/>
            </a:solidFill>
            <a:miter lim="800000"/>
            <a:headEnd/>
            <a:tailEnd/>
          </a:ln>
          <a:effectLst/>
        </p:spPr>
        <p:txBody>
          <a:bodyPr tIns="118800" bIns="118800">
            <a:spAutoFit/>
          </a:bodyPr>
          <a:lstStyle/>
          <a:p>
            <a:pPr>
              <a:defRPr/>
            </a:pPr>
            <a:r>
              <a:rPr lang="zh-CN" altLang="en-US" sz="3200">
                <a:solidFill>
                  <a:schemeClr val="bg1"/>
                </a:solidFill>
                <a:latin typeface="Arial" charset="0"/>
                <a:ea typeface="黑体" pitchFamily="2" charset="-122"/>
              </a:rPr>
              <a:t>通信网络层</a:t>
            </a:r>
          </a:p>
        </p:txBody>
      </p:sp>
      <p:sp>
        <p:nvSpPr>
          <p:cNvPr id="14" name="Text Box 17">
            <a:extLst>
              <a:ext uri="{FF2B5EF4-FFF2-40B4-BE49-F238E27FC236}">
                <a16:creationId xmlns:a16="http://schemas.microsoft.com/office/drawing/2014/main" id="{D5277547-958A-4243-AB1C-D63C5C240CA7}"/>
              </a:ext>
            </a:extLst>
          </p:cNvPr>
          <p:cNvSpPr txBox="1">
            <a:spLocks noChangeArrowheads="1"/>
          </p:cNvSpPr>
          <p:nvPr userDrawn="1"/>
        </p:nvSpPr>
        <p:spPr bwMode="auto">
          <a:xfrm>
            <a:off x="838200" y="5029200"/>
            <a:ext cx="2819400" cy="744538"/>
          </a:xfrm>
          <a:prstGeom prst="rect">
            <a:avLst/>
          </a:prstGeom>
          <a:solidFill>
            <a:srgbClr val="FF9900"/>
          </a:solidFill>
          <a:ln w="19050">
            <a:solidFill>
              <a:schemeClr val="tx1"/>
            </a:solidFill>
            <a:miter lim="800000"/>
            <a:headEnd/>
            <a:tailEnd/>
          </a:ln>
          <a:effectLst/>
        </p:spPr>
        <p:txBody>
          <a:bodyPr tIns="118800" bIns="118800">
            <a:spAutoFit/>
          </a:bodyPr>
          <a:lstStyle/>
          <a:p>
            <a:pPr>
              <a:defRPr/>
            </a:pPr>
            <a:r>
              <a:rPr lang="zh-CN" altLang="en-US" sz="3200">
                <a:solidFill>
                  <a:schemeClr val="bg1"/>
                </a:solidFill>
                <a:latin typeface="Arial" charset="0"/>
                <a:ea typeface="黑体" pitchFamily="2" charset="-122"/>
              </a:rPr>
              <a:t>终端应用层</a:t>
            </a:r>
          </a:p>
        </p:txBody>
      </p:sp>
      <p:sp>
        <p:nvSpPr>
          <p:cNvPr id="15" name="Rectangle 2">
            <a:extLst>
              <a:ext uri="{FF2B5EF4-FFF2-40B4-BE49-F238E27FC236}">
                <a16:creationId xmlns:a16="http://schemas.microsoft.com/office/drawing/2014/main" id="{ABBAD945-AF32-41C9-A7BC-D42E4E162A34}"/>
              </a:ext>
            </a:extLst>
          </p:cNvPr>
          <p:cNvSpPr>
            <a:spLocks noGrp="1" noChangeArrowheads="1"/>
          </p:cNvSpPr>
          <p:nvPr>
            <p:ph type="ftr" sz="quarter" idx="10"/>
          </p:nvPr>
        </p:nvSpPr>
        <p:spPr>
          <a:xfrm>
            <a:off x="3124200" y="6248400"/>
            <a:ext cx="2895600" cy="457200"/>
          </a:xfrm>
        </p:spPr>
        <p:txBody>
          <a:bodyPr/>
          <a:lstStyle>
            <a:lvl1pPr>
              <a:defRPr/>
            </a:lvl1pPr>
          </a:lstStyle>
          <a:p>
            <a:pPr>
              <a:defRPr/>
            </a:pPr>
            <a:endParaRPr lang="en-US" altLang="zh-CN"/>
          </a:p>
        </p:txBody>
      </p:sp>
      <p:sp>
        <p:nvSpPr>
          <p:cNvPr id="16" name="Rectangle 3">
            <a:extLst>
              <a:ext uri="{FF2B5EF4-FFF2-40B4-BE49-F238E27FC236}">
                <a16:creationId xmlns:a16="http://schemas.microsoft.com/office/drawing/2014/main" id="{3C5B8BE8-F86F-4F1D-B5DA-B8BA4DB5245E}"/>
              </a:ext>
            </a:extLst>
          </p:cNvPr>
          <p:cNvSpPr>
            <a:spLocks noGrp="1" noChangeArrowheads="1"/>
          </p:cNvSpPr>
          <p:nvPr>
            <p:ph type="sldNum" sz="quarter" idx="11"/>
          </p:nvPr>
        </p:nvSpPr>
        <p:spPr>
          <a:xfrm>
            <a:off x="6553200" y="6248400"/>
            <a:ext cx="1905000" cy="457200"/>
          </a:xfrm>
        </p:spPr>
        <p:txBody>
          <a:bodyPr/>
          <a:lstStyle>
            <a:lvl1pPr algn="r">
              <a:defRPr/>
            </a:lvl1pPr>
          </a:lstStyle>
          <a:p>
            <a:fld id="{2AE40E63-D02A-46AA-8EE3-E72F26053F59}" type="slidenum">
              <a:rPr lang="en-US" altLang="zh-CN"/>
              <a:pPr/>
              <a:t>‹#›</a:t>
            </a:fld>
            <a:endParaRPr lang="en-US" altLang="zh-CN"/>
          </a:p>
        </p:txBody>
      </p:sp>
    </p:spTree>
    <p:extLst>
      <p:ext uri="{BB962C8B-B14F-4D97-AF65-F5344CB8AC3E}">
        <p14:creationId xmlns:p14="http://schemas.microsoft.com/office/powerpoint/2010/main" val="31378711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AAAC8148-E1C0-4951-BE86-5A89ADCE583E}"/>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98323C3-F079-422C-BEF5-EBD11A913D05}"/>
              </a:ext>
            </a:extLst>
          </p:cNvPr>
          <p:cNvSpPr>
            <a:spLocks noGrp="1" noChangeArrowheads="1"/>
          </p:cNvSpPr>
          <p:nvPr>
            <p:ph type="sldNum" sz="quarter" idx="11"/>
          </p:nvPr>
        </p:nvSpPr>
        <p:spPr>
          <a:ln/>
        </p:spPr>
        <p:txBody>
          <a:bodyPr/>
          <a:lstStyle>
            <a:lvl1pPr>
              <a:defRPr/>
            </a:lvl1pPr>
          </a:lstStyle>
          <a:p>
            <a:fld id="{C0A90951-6F6F-41DC-8F60-2112CE6E4A82}" type="slidenum">
              <a:rPr lang="en-US" altLang="zh-CN"/>
              <a:pPr/>
              <a:t>‹#›</a:t>
            </a:fld>
            <a:endParaRPr lang="en-US" altLang="zh-CN"/>
          </a:p>
        </p:txBody>
      </p:sp>
    </p:spTree>
    <p:extLst>
      <p:ext uri="{BB962C8B-B14F-4D97-AF65-F5344CB8AC3E}">
        <p14:creationId xmlns:p14="http://schemas.microsoft.com/office/powerpoint/2010/main" val="40287265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3B49DC61-0EAE-440D-900E-7247CF3D6A94}"/>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F2F4345-E7ED-4D39-B22C-7B402C13FE5A}"/>
              </a:ext>
            </a:extLst>
          </p:cNvPr>
          <p:cNvSpPr>
            <a:spLocks noGrp="1" noChangeArrowheads="1"/>
          </p:cNvSpPr>
          <p:nvPr>
            <p:ph type="sldNum" sz="quarter" idx="11"/>
          </p:nvPr>
        </p:nvSpPr>
        <p:spPr>
          <a:ln/>
        </p:spPr>
        <p:txBody>
          <a:bodyPr/>
          <a:lstStyle>
            <a:lvl1pPr>
              <a:defRPr/>
            </a:lvl1pPr>
          </a:lstStyle>
          <a:p>
            <a:fld id="{87A11580-DF1B-46C4-96B9-F73037A1A0B9}" type="slidenum">
              <a:rPr lang="en-US" altLang="zh-CN"/>
              <a:pPr/>
              <a:t>‹#›</a:t>
            </a:fld>
            <a:endParaRPr lang="en-US" altLang="zh-CN"/>
          </a:p>
        </p:txBody>
      </p:sp>
    </p:spTree>
    <p:extLst>
      <p:ext uri="{BB962C8B-B14F-4D97-AF65-F5344CB8AC3E}">
        <p14:creationId xmlns:p14="http://schemas.microsoft.com/office/powerpoint/2010/main" val="40492006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EED77D02-D484-4C23-8B43-BCDD514A324F}"/>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F9EB110-004C-43BF-BE8F-99A0794D837F}"/>
              </a:ext>
            </a:extLst>
          </p:cNvPr>
          <p:cNvSpPr>
            <a:spLocks noGrp="1" noChangeArrowheads="1"/>
          </p:cNvSpPr>
          <p:nvPr>
            <p:ph type="sldNum" sz="quarter" idx="11"/>
          </p:nvPr>
        </p:nvSpPr>
        <p:spPr>
          <a:ln/>
        </p:spPr>
        <p:txBody>
          <a:bodyPr/>
          <a:lstStyle>
            <a:lvl1pPr>
              <a:defRPr/>
            </a:lvl1pPr>
          </a:lstStyle>
          <a:p>
            <a:fld id="{774AA8D8-A4F8-4F8E-ABD3-E03855F29B22}" type="slidenum">
              <a:rPr lang="en-US" altLang="zh-CN"/>
              <a:pPr/>
              <a:t>‹#›</a:t>
            </a:fld>
            <a:endParaRPr lang="en-US" altLang="zh-CN"/>
          </a:p>
        </p:txBody>
      </p:sp>
    </p:spTree>
    <p:extLst>
      <p:ext uri="{BB962C8B-B14F-4D97-AF65-F5344CB8AC3E}">
        <p14:creationId xmlns:p14="http://schemas.microsoft.com/office/powerpoint/2010/main" val="1720955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03CB2B7B-18C0-4B0C-A1B9-6468BC2494CA}"/>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98DE3C73-6CE4-4080-9267-009F2193A4A5}"/>
              </a:ext>
            </a:extLst>
          </p:cNvPr>
          <p:cNvSpPr>
            <a:spLocks noGrp="1" noChangeArrowheads="1"/>
          </p:cNvSpPr>
          <p:nvPr>
            <p:ph type="sldNum" sz="quarter" idx="11"/>
          </p:nvPr>
        </p:nvSpPr>
        <p:spPr>
          <a:ln/>
        </p:spPr>
        <p:txBody>
          <a:bodyPr/>
          <a:lstStyle>
            <a:lvl1pPr>
              <a:defRPr/>
            </a:lvl1pPr>
          </a:lstStyle>
          <a:p>
            <a:fld id="{BEAAEE4D-4229-4D2B-80EF-A37A3E4D1FF4}" type="slidenum">
              <a:rPr lang="en-US" altLang="zh-CN"/>
              <a:pPr/>
              <a:t>‹#›</a:t>
            </a:fld>
            <a:endParaRPr lang="en-US" altLang="zh-CN"/>
          </a:p>
        </p:txBody>
      </p:sp>
    </p:spTree>
    <p:extLst>
      <p:ext uri="{BB962C8B-B14F-4D97-AF65-F5344CB8AC3E}">
        <p14:creationId xmlns:p14="http://schemas.microsoft.com/office/powerpoint/2010/main" val="31669190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F10F933A-64DA-4AE0-A197-CC20D4CCD31D}"/>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0C5B941-1401-4629-A984-91C5DFCE204D}"/>
              </a:ext>
            </a:extLst>
          </p:cNvPr>
          <p:cNvSpPr>
            <a:spLocks noGrp="1" noChangeArrowheads="1"/>
          </p:cNvSpPr>
          <p:nvPr>
            <p:ph type="sldNum" sz="quarter" idx="11"/>
          </p:nvPr>
        </p:nvSpPr>
        <p:spPr>
          <a:ln/>
        </p:spPr>
        <p:txBody>
          <a:bodyPr/>
          <a:lstStyle>
            <a:lvl1pPr>
              <a:defRPr/>
            </a:lvl1pPr>
          </a:lstStyle>
          <a:p>
            <a:fld id="{F6D189AF-1F8B-4C16-9861-3A24F1D29D10}" type="slidenum">
              <a:rPr lang="en-US" altLang="zh-CN"/>
              <a:pPr/>
              <a:t>‹#›</a:t>
            </a:fld>
            <a:endParaRPr lang="en-US" altLang="zh-CN"/>
          </a:p>
        </p:txBody>
      </p:sp>
    </p:spTree>
    <p:extLst>
      <p:ext uri="{BB962C8B-B14F-4D97-AF65-F5344CB8AC3E}">
        <p14:creationId xmlns:p14="http://schemas.microsoft.com/office/powerpoint/2010/main" val="28927479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DB857B-DEF5-4DB4-BC41-1263C7265B39}"/>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69B6DB7D-8406-457F-B123-66AC8816936F}"/>
              </a:ext>
            </a:extLst>
          </p:cNvPr>
          <p:cNvSpPr>
            <a:spLocks noGrp="1" noChangeArrowheads="1"/>
          </p:cNvSpPr>
          <p:nvPr>
            <p:ph type="sldNum" sz="quarter" idx="11"/>
          </p:nvPr>
        </p:nvSpPr>
        <p:spPr>
          <a:ln/>
        </p:spPr>
        <p:txBody>
          <a:bodyPr/>
          <a:lstStyle>
            <a:lvl1pPr>
              <a:defRPr/>
            </a:lvl1pPr>
          </a:lstStyle>
          <a:p>
            <a:fld id="{4BBECC23-2911-4F48-A8B1-3B3FAE134627}" type="slidenum">
              <a:rPr lang="en-US" altLang="zh-CN"/>
              <a:pPr/>
              <a:t>‹#›</a:t>
            </a:fld>
            <a:endParaRPr lang="en-US" altLang="zh-CN"/>
          </a:p>
        </p:txBody>
      </p:sp>
    </p:spTree>
    <p:extLst>
      <p:ext uri="{BB962C8B-B14F-4D97-AF65-F5344CB8AC3E}">
        <p14:creationId xmlns:p14="http://schemas.microsoft.com/office/powerpoint/2010/main" val="32073772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94126124-A0B5-4FF5-B9FD-45B45D248BF5}"/>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3B29A87-9060-4052-B9A3-DBB9B03805CC}"/>
              </a:ext>
            </a:extLst>
          </p:cNvPr>
          <p:cNvSpPr>
            <a:spLocks noGrp="1" noChangeArrowheads="1"/>
          </p:cNvSpPr>
          <p:nvPr>
            <p:ph type="sldNum" sz="quarter" idx="11"/>
          </p:nvPr>
        </p:nvSpPr>
        <p:spPr>
          <a:ln/>
        </p:spPr>
        <p:txBody>
          <a:bodyPr/>
          <a:lstStyle>
            <a:lvl1pPr>
              <a:defRPr/>
            </a:lvl1pPr>
          </a:lstStyle>
          <a:p>
            <a:fld id="{770878D8-3E67-4CC7-9268-2BB9101C75DB}" type="slidenum">
              <a:rPr lang="en-US" altLang="zh-CN"/>
              <a:pPr/>
              <a:t>‹#›</a:t>
            </a:fld>
            <a:endParaRPr lang="en-US" altLang="zh-CN"/>
          </a:p>
        </p:txBody>
      </p:sp>
    </p:spTree>
    <p:extLst>
      <p:ext uri="{BB962C8B-B14F-4D97-AF65-F5344CB8AC3E}">
        <p14:creationId xmlns:p14="http://schemas.microsoft.com/office/powerpoint/2010/main" val="26349520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2EF99A9-F90F-4F3D-89CF-A252194576B4}"/>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84F5CB5-D9A4-44CA-A807-E68FDEDEB54C}"/>
              </a:ext>
            </a:extLst>
          </p:cNvPr>
          <p:cNvSpPr>
            <a:spLocks noGrp="1" noChangeArrowheads="1"/>
          </p:cNvSpPr>
          <p:nvPr>
            <p:ph type="sldNum" sz="quarter" idx="11"/>
          </p:nvPr>
        </p:nvSpPr>
        <p:spPr>
          <a:ln/>
        </p:spPr>
        <p:txBody>
          <a:bodyPr/>
          <a:lstStyle>
            <a:lvl1pPr>
              <a:defRPr/>
            </a:lvl1pPr>
          </a:lstStyle>
          <a:p>
            <a:fld id="{790A59CD-5D52-479B-B9AE-B36E9E1B5571}" type="slidenum">
              <a:rPr lang="en-US" altLang="zh-CN"/>
              <a:pPr/>
              <a:t>‹#›</a:t>
            </a:fld>
            <a:endParaRPr lang="en-US" altLang="zh-CN"/>
          </a:p>
        </p:txBody>
      </p:sp>
    </p:spTree>
    <p:extLst>
      <p:ext uri="{BB962C8B-B14F-4D97-AF65-F5344CB8AC3E}">
        <p14:creationId xmlns:p14="http://schemas.microsoft.com/office/powerpoint/2010/main" val="1524860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D53609FF-407E-401C-80F3-21945A69E3E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B44B230-D6FD-42BB-B2D6-C8C08FA46D25}"/>
              </a:ext>
            </a:extLst>
          </p:cNvPr>
          <p:cNvSpPr>
            <a:spLocks noGrp="1" noChangeArrowheads="1"/>
          </p:cNvSpPr>
          <p:nvPr>
            <p:ph type="sldNum" sz="quarter" idx="11"/>
          </p:nvPr>
        </p:nvSpPr>
        <p:spPr>
          <a:ln/>
        </p:spPr>
        <p:txBody>
          <a:bodyPr/>
          <a:lstStyle>
            <a:lvl1pPr>
              <a:defRPr/>
            </a:lvl1pPr>
          </a:lstStyle>
          <a:p>
            <a:fld id="{3C238576-6E0F-4FB7-8432-340EAC171225}" type="slidenum">
              <a:rPr lang="en-US" altLang="zh-CN"/>
              <a:pPr/>
              <a:t>‹#›</a:t>
            </a:fld>
            <a:endParaRPr lang="en-US" altLang="zh-CN"/>
          </a:p>
        </p:txBody>
      </p:sp>
    </p:spTree>
    <p:extLst>
      <p:ext uri="{BB962C8B-B14F-4D97-AF65-F5344CB8AC3E}">
        <p14:creationId xmlns:p14="http://schemas.microsoft.com/office/powerpoint/2010/main" val="17124479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54DD8E7-0BA8-41B8-BC72-1B3F885107BD}"/>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E0CF0C2-2EA1-4A99-BD94-D7C207AC6CF9}"/>
              </a:ext>
            </a:extLst>
          </p:cNvPr>
          <p:cNvSpPr>
            <a:spLocks noGrp="1" noChangeArrowheads="1"/>
          </p:cNvSpPr>
          <p:nvPr>
            <p:ph type="sldNum" sz="quarter" idx="11"/>
          </p:nvPr>
        </p:nvSpPr>
        <p:spPr>
          <a:ln/>
        </p:spPr>
        <p:txBody>
          <a:bodyPr/>
          <a:lstStyle>
            <a:lvl1pPr>
              <a:defRPr/>
            </a:lvl1pPr>
          </a:lstStyle>
          <a:p>
            <a:fld id="{849A98CD-ADCE-4E26-8050-894D58C8ECB3}" type="slidenum">
              <a:rPr lang="en-US" altLang="zh-CN"/>
              <a:pPr/>
              <a:t>‹#›</a:t>
            </a:fld>
            <a:endParaRPr lang="en-US" altLang="zh-CN"/>
          </a:p>
        </p:txBody>
      </p:sp>
    </p:spTree>
    <p:extLst>
      <p:ext uri="{BB962C8B-B14F-4D97-AF65-F5344CB8AC3E}">
        <p14:creationId xmlns:p14="http://schemas.microsoft.com/office/powerpoint/2010/main" val="17225188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a:extLst>
              <a:ext uri="{FF2B5EF4-FFF2-40B4-BE49-F238E27FC236}">
                <a16:creationId xmlns:a16="http://schemas.microsoft.com/office/drawing/2014/main" id="{D5ED8600-A8CA-47FE-A18E-4B1474BA4D79}"/>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52AF7F8-2F6F-4C36-B55D-DE48A5F5E289}"/>
              </a:ext>
            </a:extLst>
          </p:cNvPr>
          <p:cNvSpPr>
            <a:spLocks noGrp="1" noChangeArrowheads="1"/>
          </p:cNvSpPr>
          <p:nvPr>
            <p:ph type="sldNum" sz="quarter" idx="11"/>
          </p:nvPr>
        </p:nvSpPr>
        <p:spPr>
          <a:ln/>
        </p:spPr>
        <p:txBody>
          <a:bodyPr/>
          <a:lstStyle>
            <a:lvl1pPr>
              <a:defRPr/>
            </a:lvl1pPr>
          </a:lstStyle>
          <a:p>
            <a:fld id="{0C1E13FD-9D89-417C-8C36-D373110D52F9}" type="slidenum">
              <a:rPr lang="en-US" altLang="zh-CN"/>
              <a:pPr/>
              <a:t>‹#›</a:t>
            </a:fld>
            <a:endParaRPr lang="en-US" altLang="zh-CN"/>
          </a:p>
        </p:txBody>
      </p:sp>
    </p:spTree>
    <p:extLst>
      <p:ext uri="{BB962C8B-B14F-4D97-AF65-F5344CB8AC3E}">
        <p14:creationId xmlns:p14="http://schemas.microsoft.com/office/powerpoint/2010/main" val="2998481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CFD8D4E-186B-453F-9099-4C68B04B32DE}"/>
              </a:ext>
            </a:extLst>
          </p:cNvPr>
          <p:cNvSpPr>
            <a:spLocks noGrp="1" noChangeArrowheads="1"/>
          </p:cNvSpPr>
          <p:nvPr>
            <p:ph type="title"/>
          </p:nvPr>
        </p:nvSpPr>
        <p:spPr bwMode="auto">
          <a:xfrm>
            <a:off x="457200" y="274638"/>
            <a:ext cx="822960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3555" name="Rectangle 3">
            <a:extLst>
              <a:ext uri="{FF2B5EF4-FFF2-40B4-BE49-F238E27FC236}">
                <a16:creationId xmlns:a16="http://schemas.microsoft.com/office/drawing/2014/main" id="{1D710022-CAB7-41D9-8894-6B2FD485EF89}"/>
              </a:ext>
            </a:extLst>
          </p:cNvPr>
          <p:cNvSpPr>
            <a:spLocks noGrp="1" noChangeArrowheads="1"/>
          </p:cNvSpPr>
          <p:nvPr>
            <p:ph type="body" idx="1"/>
          </p:nvPr>
        </p:nvSpPr>
        <p:spPr bwMode="auto">
          <a:xfrm>
            <a:off x="468313" y="4292600"/>
            <a:ext cx="82296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Rectangle 4">
            <a:extLst>
              <a:ext uri="{FF2B5EF4-FFF2-40B4-BE49-F238E27FC236}">
                <a16:creationId xmlns:a16="http://schemas.microsoft.com/office/drawing/2014/main" id="{C037E3C4-42ED-4075-B5D0-01A5967F4EC1}"/>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latin typeface="Arial" charset="0"/>
                <a:ea typeface="+mn-ea"/>
              </a:defRPr>
            </a:lvl1pPr>
          </a:lstStyle>
          <a:p>
            <a:pPr>
              <a:defRPr/>
            </a:pPr>
            <a:fld id="{C35D5E5D-94D3-4944-84F8-DBB12463CB89}" type="datetime1">
              <a:rPr lang="zh-CN" altLang="en-US"/>
              <a:pPr>
                <a:defRPr/>
              </a:pPr>
              <a:t>2025/9/11</a:t>
            </a:fld>
            <a:endParaRPr lang="en-US" altLang="zh-CN"/>
          </a:p>
        </p:txBody>
      </p:sp>
      <p:sp>
        <p:nvSpPr>
          <p:cNvPr id="3077" name="Rectangle 5">
            <a:extLst>
              <a:ext uri="{FF2B5EF4-FFF2-40B4-BE49-F238E27FC236}">
                <a16:creationId xmlns:a16="http://schemas.microsoft.com/office/drawing/2014/main" id="{D2C37AFD-43FB-45AB-845B-3934B26C8F8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ea typeface="+mn-ea"/>
              </a:defRPr>
            </a:lvl1pPr>
          </a:lstStyle>
          <a:p>
            <a:pPr>
              <a:defRPr/>
            </a:pPr>
            <a:endParaRPr lang="en-US" altLang="zh-CN"/>
          </a:p>
        </p:txBody>
      </p:sp>
      <p:sp>
        <p:nvSpPr>
          <p:cNvPr id="3078" name="Rectangle 6">
            <a:extLst>
              <a:ext uri="{FF2B5EF4-FFF2-40B4-BE49-F238E27FC236}">
                <a16:creationId xmlns:a16="http://schemas.microsoft.com/office/drawing/2014/main" id="{87786CF0-321C-4FC3-A8E8-84071E3B479A}"/>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ea typeface="宋体" panose="02010600030101010101" pitchFamily="2" charset="-122"/>
              </a:defRPr>
            </a:lvl1pPr>
          </a:lstStyle>
          <a:p>
            <a:fld id="{9472F4C3-7FC4-4B3F-BF33-707EF317A15D}"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4578" name="Picture 10" descr="1">
            <a:extLst>
              <a:ext uri="{FF2B5EF4-FFF2-40B4-BE49-F238E27FC236}">
                <a16:creationId xmlns:a16="http://schemas.microsoft.com/office/drawing/2014/main" id="{7821EDDD-2F03-46D5-8DD7-F3826B74CC9C}"/>
              </a:ext>
            </a:extLst>
          </p:cNvPr>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1628775"/>
            <a:ext cx="2990850"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a:extLst>
              <a:ext uri="{FF2B5EF4-FFF2-40B4-BE49-F238E27FC236}">
                <a16:creationId xmlns:a16="http://schemas.microsoft.com/office/drawing/2014/main" id="{2055A702-0CA9-4AB0-A659-8BA6F332C831}"/>
              </a:ext>
            </a:extLst>
          </p:cNvPr>
          <p:cNvSpPr>
            <a:spLocks noGrp="1" noChangeArrowheads="1"/>
          </p:cNvSpPr>
          <p:nvPr>
            <p:ph type="title"/>
          </p:nvPr>
        </p:nvSpPr>
        <p:spPr bwMode="auto">
          <a:xfrm>
            <a:off x="2484438" y="274638"/>
            <a:ext cx="61912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目        录</a:t>
            </a:r>
          </a:p>
        </p:txBody>
      </p:sp>
      <p:sp>
        <p:nvSpPr>
          <p:cNvPr id="4101" name="Rectangle 5">
            <a:extLst>
              <a:ext uri="{FF2B5EF4-FFF2-40B4-BE49-F238E27FC236}">
                <a16:creationId xmlns:a16="http://schemas.microsoft.com/office/drawing/2014/main" id="{1067A209-84F9-4201-B5FD-0E0AEA0242B7}"/>
              </a:ext>
            </a:extLst>
          </p:cNvPr>
          <p:cNvSpPr>
            <a:spLocks noGrp="1" noChangeArrowheads="1"/>
          </p:cNvSpPr>
          <p:nvPr>
            <p:ph type="ftr" sz="quarter" idx="3"/>
          </p:nvPr>
        </p:nvSpPr>
        <p:spPr bwMode="auto">
          <a:xfrm>
            <a:off x="198438" y="622617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ea typeface="+mn-ea"/>
              </a:defRPr>
            </a:lvl1pPr>
          </a:lstStyle>
          <a:p>
            <a:pPr>
              <a:defRPr/>
            </a:pPr>
            <a:endParaRPr lang="en-US" altLang="zh-CN"/>
          </a:p>
        </p:txBody>
      </p:sp>
      <p:sp>
        <p:nvSpPr>
          <p:cNvPr id="4102" name="Rectangle 6">
            <a:extLst>
              <a:ext uri="{FF2B5EF4-FFF2-40B4-BE49-F238E27FC236}">
                <a16:creationId xmlns:a16="http://schemas.microsoft.com/office/drawing/2014/main" id="{EBF69513-27EA-46F8-8A5F-E13B0F67BD33}"/>
              </a:ext>
            </a:extLst>
          </p:cNvPr>
          <p:cNvSpPr>
            <a:spLocks noGrp="1" noChangeArrowheads="1"/>
          </p:cNvSpPr>
          <p:nvPr>
            <p:ph type="sldNum" sz="quarter" idx="4"/>
          </p:nvPr>
        </p:nvSpPr>
        <p:spPr bwMode="auto">
          <a:xfrm>
            <a:off x="3590925" y="622617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ea typeface="宋体" panose="02010600030101010101" pitchFamily="2" charset="-122"/>
              </a:defRPr>
            </a:lvl1pPr>
          </a:lstStyle>
          <a:p>
            <a:fld id="{DB34D751-7685-4FA2-B0D7-46C069B996EB}" type="slidenum">
              <a:rPr lang="en-US" altLang="zh-CN"/>
              <a:pPr/>
              <a:t>‹#›</a:t>
            </a:fld>
            <a:endParaRPr lang="en-US" altLang="zh-CN"/>
          </a:p>
        </p:txBody>
      </p:sp>
      <p:sp>
        <p:nvSpPr>
          <p:cNvPr id="24582" name="Rectangle 8">
            <a:extLst>
              <a:ext uri="{FF2B5EF4-FFF2-40B4-BE49-F238E27FC236}">
                <a16:creationId xmlns:a16="http://schemas.microsoft.com/office/drawing/2014/main" id="{7493C190-C1B9-4946-86E2-3C3D69C77284}"/>
              </a:ext>
            </a:extLst>
          </p:cNvPr>
          <p:cNvSpPr>
            <a:spLocks noGrp="1" noChangeArrowheads="1"/>
          </p:cNvSpPr>
          <p:nvPr>
            <p:ph type="body" idx="1"/>
          </p:nvPr>
        </p:nvSpPr>
        <p:spPr bwMode="auto">
          <a:xfrm>
            <a:off x="1763713" y="1520825"/>
            <a:ext cx="68468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5" name="Line 9">
            <a:extLst>
              <a:ext uri="{FF2B5EF4-FFF2-40B4-BE49-F238E27FC236}">
                <a16:creationId xmlns:a16="http://schemas.microsoft.com/office/drawing/2014/main" id="{798593A2-B1D5-4151-B618-70A99CABF021}"/>
              </a:ext>
            </a:extLst>
          </p:cNvPr>
          <p:cNvSpPr>
            <a:spLocks noChangeShapeType="1"/>
          </p:cNvSpPr>
          <p:nvPr userDrawn="1"/>
        </p:nvSpPr>
        <p:spPr bwMode="auto">
          <a:xfrm>
            <a:off x="241300" y="1139825"/>
            <a:ext cx="8585200" cy="0"/>
          </a:xfrm>
          <a:prstGeom prst="line">
            <a:avLst/>
          </a:prstGeom>
          <a:noFill/>
          <a:ln w="25400">
            <a:solidFill>
              <a:srgbClr val="F35B1B"/>
            </a:solidFill>
            <a:round/>
            <a:headEnd/>
            <a:tailEnd/>
          </a:ln>
          <a:effectLst/>
        </p:spPr>
        <p:txBody>
          <a:bodyPr wrap="none" anchor="ctr"/>
          <a:lstStyle/>
          <a:p>
            <a:pPr>
              <a:defRPr/>
            </a:pPr>
            <a:endParaRPr lang="zh-CN" altLang="en-US">
              <a:latin typeface="Arial" charset="0"/>
              <a:ea typeface="黑体" pitchFamily="2" charset="-122"/>
            </a:endParaRPr>
          </a:p>
        </p:txBody>
      </p:sp>
    </p:spTree>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 id="2147484124" r:id="rId10"/>
    <p:sldLayoutId id="2147484125" r:id="rId11"/>
  </p:sldLayoutIdLst>
  <p:hf hdr="0" ftr="0" dt="0"/>
  <p:txStyles>
    <p:titleStyle>
      <a:lvl1pPr algn="ctr" rtl="0" eaLnBrk="0" fontAlgn="base" hangingPunct="0">
        <a:spcBef>
          <a:spcPct val="0"/>
        </a:spcBef>
        <a:spcAft>
          <a:spcPct val="0"/>
        </a:spcAft>
        <a:defRPr sz="4400">
          <a:solidFill>
            <a:srgbClr val="660033"/>
          </a:solidFill>
          <a:latin typeface="+mj-lt"/>
          <a:ea typeface="+mj-ea"/>
          <a:cs typeface="+mj-cs"/>
        </a:defRPr>
      </a:lvl1pPr>
      <a:lvl2pPr algn="ctr" rtl="0" eaLnBrk="0" fontAlgn="base" hangingPunct="0">
        <a:spcBef>
          <a:spcPct val="0"/>
        </a:spcBef>
        <a:spcAft>
          <a:spcPct val="0"/>
        </a:spcAft>
        <a:defRPr sz="4400">
          <a:solidFill>
            <a:srgbClr val="660033"/>
          </a:solidFill>
          <a:latin typeface="Arial" charset="0"/>
          <a:ea typeface="隶书" pitchFamily="49" charset="-122"/>
        </a:defRPr>
      </a:lvl2pPr>
      <a:lvl3pPr algn="ctr" rtl="0" eaLnBrk="0" fontAlgn="base" hangingPunct="0">
        <a:spcBef>
          <a:spcPct val="0"/>
        </a:spcBef>
        <a:spcAft>
          <a:spcPct val="0"/>
        </a:spcAft>
        <a:defRPr sz="4400">
          <a:solidFill>
            <a:srgbClr val="660033"/>
          </a:solidFill>
          <a:latin typeface="Arial" charset="0"/>
          <a:ea typeface="隶书" pitchFamily="49" charset="-122"/>
        </a:defRPr>
      </a:lvl3pPr>
      <a:lvl4pPr algn="ctr" rtl="0" eaLnBrk="0" fontAlgn="base" hangingPunct="0">
        <a:spcBef>
          <a:spcPct val="0"/>
        </a:spcBef>
        <a:spcAft>
          <a:spcPct val="0"/>
        </a:spcAft>
        <a:defRPr sz="4400">
          <a:solidFill>
            <a:srgbClr val="660033"/>
          </a:solidFill>
          <a:latin typeface="Arial" charset="0"/>
          <a:ea typeface="隶书" pitchFamily="49" charset="-122"/>
        </a:defRPr>
      </a:lvl4pPr>
      <a:lvl5pPr algn="ctr" rtl="0" eaLnBrk="0" fontAlgn="base" hangingPunct="0">
        <a:spcBef>
          <a:spcPct val="0"/>
        </a:spcBef>
        <a:spcAft>
          <a:spcPct val="0"/>
        </a:spcAft>
        <a:defRPr sz="4400">
          <a:solidFill>
            <a:srgbClr val="660033"/>
          </a:solidFill>
          <a:latin typeface="Arial" charset="0"/>
          <a:ea typeface="隶书" pitchFamily="49" charset="-122"/>
        </a:defRPr>
      </a:lvl5pPr>
      <a:lvl6pPr marL="457200" algn="ctr" rtl="0" fontAlgn="base">
        <a:spcBef>
          <a:spcPct val="0"/>
        </a:spcBef>
        <a:spcAft>
          <a:spcPct val="0"/>
        </a:spcAft>
        <a:defRPr sz="4400">
          <a:solidFill>
            <a:srgbClr val="660033"/>
          </a:solidFill>
          <a:latin typeface="Arial" charset="0"/>
          <a:ea typeface="隶书" pitchFamily="49" charset="-122"/>
        </a:defRPr>
      </a:lvl6pPr>
      <a:lvl7pPr marL="914400" algn="ctr" rtl="0" fontAlgn="base">
        <a:spcBef>
          <a:spcPct val="0"/>
        </a:spcBef>
        <a:spcAft>
          <a:spcPct val="0"/>
        </a:spcAft>
        <a:defRPr sz="4400">
          <a:solidFill>
            <a:srgbClr val="660033"/>
          </a:solidFill>
          <a:latin typeface="Arial" charset="0"/>
          <a:ea typeface="隶书" pitchFamily="49" charset="-122"/>
        </a:defRPr>
      </a:lvl7pPr>
      <a:lvl8pPr marL="1371600" algn="ctr" rtl="0" fontAlgn="base">
        <a:spcBef>
          <a:spcPct val="0"/>
        </a:spcBef>
        <a:spcAft>
          <a:spcPct val="0"/>
        </a:spcAft>
        <a:defRPr sz="4400">
          <a:solidFill>
            <a:srgbClr val="660033"/>
          </a:solidFill>
          <a:latin typeface="Arial" charset="0"/>
          <a:ea typeface="隶书" pitchFamily="49" charset="-122"/>
        </a:defRPr>
      </a:lvl8pPr>
      <a:lvl9pPr marL="1828800" algn="ctr" rtl="0" fontAlgn="base">
        <a:spcBef>
          <a:spcPct val="0"/>
        </a:spcBef>
        <a:spcAft>
          <a:spcPct val="0"/>
        </a:spcAft>
        <a:defRPr sz="4400">
          <a:solidFill>
            <a:srgbClr val="660033"/>
          </a:solidFill>
          <a:latin typeface="Arial" charset="0"/>
          <a:ea typeface="隶书"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45" name="Rectangle 5">
            <a:extLst>
              <a:ext uri="{FF2B5EF4-FFF2-40B4-BE49-F238E27FC236}">
                <a16:creationId xmlns:a16="http://schemas.microsoft.com/office/drawing/2014/main" id="{7A23355C-C75D-4BB2-8E2D-E2EF43D047A9}"/>
              </a:ext>
            </a:extLst>
          </p:cNvPr>
          <p:cNvSpPr>
            <a:spLocks noGrp="1" noChangeArrowheads="1"/>
          </p:cNvSpPr>
          <p:nvPr>
            <p:ph type="ftr" sz="quarter" idx="3"/>
          </p:nvPr>
        </p:nvSpPr>
        <p:spPr bwMode="auto">
          <a:xfrm>
            <a:off x="231775" y="6215063"/>
            <a:ext cx="295275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ea typeface="+mn-ea"/>
              </a:defRPr>
            </a:lvl1pPr>
          </a:lstStyle>
          <a:p>
            <a:pPr>
              <a:defRPr/>
            </a:pPr>
            <a:endParaRPr lang="en-US" altLang="zh-CN"/>
          </a:p>
        </p:txBody>
      </p:sp>
      <p:sp>
        <p:nvSpPr>
          <p:cNvPr id="10246" name="Rectangle 6">
            <a:extLst>
              <a:ext uri="{FF2B5EF4-FFF2-40B4-BE49-F238E27FC236}">
                <a16:creationId xmlns:a16="http://schemas.microsoft.com/office/drawing/2014/main" id="{9EF5202F-DC27-4336-A969-D3EE220CF476}"/>
              </a:ext>
            </a:extLst>
          </p:cNvPr>
          <p:cNvSpPr>
            <a:spLocks noGrp="1" noChangeArrowheads="1"/>
          </p:cNvSpPr>
          <p:nvPr>
            <p:ph type="sldNum" sz="quarter" idx="4"/>
          </p:nvPr>
        </p:nvSpPr>
        <p:spPr bwMode="auto">
          <a:xfrm>
            <a:off x="3281363" y="622617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ea typeface="宋体" panose="02010600030101010101" pitchFamily="2" charset="-122"/>
              </a:defRPr>
            </a:lvl1pPr>
          </a:lstStyle>
          <a:p>
            <a:fld id="{14755470-76B6-4119-8787-142ADA014456}" type="slidenum">
              <a:rPr lang="en-US" altLang="zh-CN"/>
              <a:pPr/>
              <a:t>‹#›</a:t>
            </a:fld>
            <a:endParaRPr lang="en-US" altLang="zh-CN"/>
          </a:p>
        </p:txBody>
      </p:sp>
      <p:sp>
        <p:nvSpPr>
          <p:cNvPr id="25604" name="Rectangle 7">
            <a:extLst>
              <a:ext uri="{FF2B5EF4-FFF2-40B4-BE49-F238E27FC236}">
                <a16:creationId xmlns:a16="http://schemas.microsoft.com/office/drawing/2014/main" id="{D38B1554-95B8-49A4-AAA1-111C9AB9A49A}"/>
              </a:ext>
            </a:extLst>
          </p:cNvPr>
          <p:cNvSpPr>
            <a:spLocks noGrp="1" noChangeArrowheads="1"/>
          </p:cNvSpPr>
          <p:nvPr>
            <p:ph type="title"/>
          </p:nvPr>
        </p:nvSpPr>
        <p:spPr bwMode="auto">
          <a:xfrm>
            <a:off x="2700338" y="274638"/>
            <a:ext cx="59753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目        录</a:t>
            </a:r>
          </a:p>
        </p:txBody>
      </p:sp>
      <p:sp>
        <p:nvSpPr>
          <p:cNvPr id="10249" name="Line 9">
            <a:extLst>
              <a:ext uri="{FF2B5EF4-FFF2-40B4-BE49-F238E27FC236}">
                <a16:creationId xmlns:a16="http://schemas.microsoft.com/office/drawing/2014/main" id="{CE6F2B20-6F8A-472E-9B89-1DFD2FC3C34C}"/>
              </a:ext>
            </a:extLst>
          </p:cNvPr>
          <p:cNvSpPr>
            <a:spLocks noChangeShapeType="1"/>
          </p:cNvSpPr>
          <p:nvPr userDrawn="1"/>
        </p:nvSpPr>
        <p:spPr bwMode="auto">
          <a:xfrm>
            <a:off x="241300" y="1139825"/>
            <a:ext cx="8585200" cy="0"/>
          </a:xfrm>
          <a:prstGeom prst="line">
            <a:avLst/>
          </a:prstGeom>
          <a:noFill/>
          <a:ln w="25400">
            <a:solidFill>
              <a:srgbClr val="F35B1B"/>
            </a:solidFill>
            <a:round/>
            <a:headEnd/>
            <a:tailEnd/>
          </a:ln>
          <a:effectLst/>
        </p:spPr>
        <p:txBody>
          <a:bodyPr wrap="none" anchor="ctr"/>
          <a:lstStyle/>
          <a:p>
            <a:pPr>
              <a:defRPr/>
            </a:pPr>
            <a:endParaRPr lang="zh-CN" altLang="en-US">
              <a:latin typeface="Arial" charset="0"/>
              <a:ea typeface="黑体" pitchFamily="2" charset="-122"/>
            </a:endParaRPr>
          </a:p>
        </p:txBody>
      </p:sp>
    </p:spTree>
  </p:cSld>
  <p:clrMap bg1="lt1" tx1="dk1" bg2="lt2" tx2="dk2" accent1="accent1" accent2="accent2" accent3="accent3" accent4="accent4" accent5="accent5" accent6="accent6" hlink="hlink" folHlink="folHlink"/>
  <p:sldLayoutIdLst>
    <p:sldLayoutId id="2147484137" r:id="rId1"/>
    <p:sldLayoutId id="2147484126" r:id="rId2"/>
    <p:sldLayoutId id="2147484127" r:id="rId3"/>
    <p:sldLayoutId id="2147484128" r:id="rId4"/>
    <p:sldLayoutId id="2147484129" r:id="rId5"/>
    <p:sldLayoutId id="2147484130" r:id="rId6"/>
    <p:sldLayoutId id="2147484131" r:id="rId7"/>
    <p:sldLayoutId id="2147484132" r:id="rId8"/>
    <p:sldLayoutId id="2147484133" r:id="rId9"/>
    <p:sldLayoutId id="2147484134" r:id="rId10"/>
    <p:sldLayoutId id="2147484135" r:id="rId11"/>
    <p:sldLayoutId id="2147484136" r:id="rId12"/>
  </p:sldLayoutIdLst>
  <p:hf hdr="0" ftr="0" dt="0"/>
  <p:txStyles>
    <p:titleStyle>
      <a:lvl1pPr algn="ctr" rtl="0" eaLnBrk="0" fontAlgn="base" hangingPunct="0">
        <a:spcBef>
          <a:spcPct val="0"/>
        </a:spcBef>
        <a:spcAft>
          <a:spcPct val="0"/>
        </a:spcAft>
        <a:defRPr sz="3600">
          <a:solidFill>
            <a:srgbClr val="660033"/>
          </a:solidFill>
          <a:latin typeface="+mj-lt"/>
          <a:ea typeface="+mj-ea"/>
          <a:cs typeface="+mj-cs"/>
        </a:defRPr>
      </a:lvl1pPr>
      <a:lvl2pPr algn="ctr" rtl="0" eaLnBrk="0" fontAlgn="base" hangingPunct="0">
        <a:spcBef>
          <a:spcPct val="0"/>
        </a:spcBef>
        <a:spcAft>
          <a:spcPct val="0"/>
        </a:spcAft>
        <a:defRPr sz="3600">
          <a:solidFill>
            <a:srgbClr val="660033"/>
          </a:solidFill>
          <a:latin typeface="Arial" charset="0"/>
          <a:ea typeface="隶书" pitchFamily="49" charset="-122"/>
        </a:defRPr>
      </a:lvl2pPr>
      <a:lvl3pPr algn="ctr" rtl="0" eaLnBrk="0" fontAlgn="base" hangingPunct="0">
        <a:spcBef>
          <a:spcPct val="0"/>
        </a:spcBef>
        <a:spcAft>
          <a:spcPct val="0"/>
        </a:spcAft>
        <a:defRPr sz="3600">
          <a:solidFill>
            <a:srgbClr val="660033"/>
          </a:solidFill>
          <a:latin typeface="Arial" charset="0"/>
          <a:ea typeface="隶书" pitchFamily="49" charset="-122"/>
        </a:defRPr>
      </a:lvl3pPr>
      <a:lvl4pPr algn="ctr" rtl="0" eaLnBrk="0" fontAlgn="base" hangingPunct="0">
        <a:spcBef>
          <a:spcPct val="0"/>
        </a:spcBef>
        <a:spcAft>
          <a:spcPct val="0"/>
        </a:spcAft>
        <a:defRPr sz="3600">
          <a:solidFill>
            <a:srgbClr val="660033"/>
          </a:solidFill>
          <a:latin typeface="Arial" charset="0"/>
          <a:ea typeface="隶书" pitchFamily="49" charset="-122"/>
        </a:defRPr>
      </a:lvl4pPr>
      <a:lvl5pPr algn="ctr" rtl="0" eaLnBrk="0" fontAlgn="base" hangingPunct="0">
        <a:spcBef>
          <a:spcPct val="0"/>
        </a:spcBef>
        <a:spcAft>
          <a:spcPct val="0"/>
        </a:spcAft>
        <a:defRPr sz="3600">
          <a:solidFill>
            <a:srgbClr val="660033"/>
          </a:solidFill>
          <a:latin typeface="Arial" charset="0"/>
          <a:ea typeface="隶书" pitchFamily="49" charset="-122"/>
        </a:defRPr>
      </a:lvl5pPr>
      <a:lvl6pPr marL="457200" algn="ctr" rtl="0" fontAlgn="base">
        <a:spcBef>
          <a:spcPct val="0"/>
        </a:spcBef>
        <a:spcAft>
          <a:spcPct val="0"/>
        </a:spcAft>
        <a:defRPr sz="3600">
          <a:solidFill>
            <a:srgbClr val="660033"/>
          </a:solidFill>
          <a:latin typeface="Arial" charset="0"/>
          <a:ea typeface="隶书" pitchFamily="49" charset="-122"/>
        </a:defRPr>
      </a:lvl6pPr>
      <a:lvl7pPr marL="914400" algn="ctr" rtl="0" fontAlgn="base">
        <a:spcBef>
          <a:spcPct val="0"/>
        </a:spcBef>
        <a:spcAft>
          <a:spcPct val="0"/>
        </a:spcAft>
        <a:defRPr sz="3600">
          <a:solidFill>
            <a:srgbClr val="660033"/>
          </a:solidFill>
          <a:latin typeface="Arial" charset="0"/>
          <a:ea typeface="隶书" pitchFamily="49" charset="-122"/>
        </a:defRPr>
      </a:lvl7pPr>
      <a:lvl8pPr marL="1371600" algn="ctr" rtl="0" fontAlgn="base">
        <a:spcBef>
          <a:spcPct val="0"/>
        </a:spcBef>
        <a:spcAft>
          <a:spcPct val="0"/>
        </a:spcAft>
        <a:defRPr sz="3600">
          <a:solidFill>
            <a:srgbClr val="660033"/>
          </a:solidFill>
          <a:latin typeface="Arial" charset="0"/>
          <a:ea typeface="隶书" pitchFamily="49" charset="-122"/>
        </a:defRPr>
      </a:lvl8pPr>
      <a:lvl9pPr marL="1828800" algn="ctr" rtl="0" fontAlgn="base">
        <a:spcBef>
          <a:spcPct val="0"/>
        </a:spcBef>
        <a:spcAft>
          <a:spcPct val="0"/>
        </a:spcAft>
        <a:defRPr sz="3600">
          <a:solidFill>
            <a:srgbClr val="660033"/>
          </a:solidFill>
          <a:latin typeface="Arial" charset="0"/>
          <a:ea typeface="隶书"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liu@hust.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副标题 9">
            <a:extLst>
              <a:ext uri="{FF2B5EF4-FFF2-40B4-BE49-F238E27FC236}">
                <a16:creationId xmlns:a16="http://schemas.microsoft.com/office/drawing/2014/main" id="{E2FA2179-EFBC-49C3-BB5C-14B8C99F5B41}"/>
              </a:ext>
            </a:extLst>
          </p:cNvPr>
          <p:cNvSpPr>
            <a:spLocks noGrp="1"/>
          </p:cNvSpPr>
          <p:nvPr>
            <p:ph type="subTitle" idx="1"/>
          </p:nvPr>
        </p:nvSpPr>
        <p:spPr>
          <a:xfrm>
            <a:off x="1259632" y="4484712"/>
            <a:ext cx="6400800" cy="1752600"/>
          </a:xfrm>
        </p:spPr>
        <p:txBody>
          <a:bodyPr/>
          <a:lstStyle/>
          <a:p>
            <a:r>
              <a:rPr lang="zh-CN" altLang="en-US" sz="2800" dirty="0"/>
              <a:t>人工智能与自动化学院</a:t>
            </a:r>
            <a:endParaRPr lang="en-US" altLang="zh-CN" sz="2800" dirty="0"/>
          </a:p>
          <a:p>
            <a:r>
              <a:rPr lang="zh-CN" altLang="en-US" sz="2800" dirty="0"/>
              <a:t>任课老师：刘慧</a:t>
            </a:r>
            <a:r>
              <a:rPr lang="en-US" altLang="zh-CN" sz="2800" dirty="0"/>
              <a:t>    </a:t>
            </a:r>
            <a:r>
              <a:rPr lang="zh-CN" altLang="en-US" sz="2800" dirty="0"/>
              <a:t>胡晓娅</a:t>
            </a:r>
            <a:r>
              <a:rPr lang="en-US" altLang="zh-CN" sz="2800" dirty="0"/>
              <a:t> </a:t>
            </a:r>
          </a:p>
          <a:p>
            <a:r>
              <a:rPr lang="en-US" altLang="zh-CN" sz="2800" dirty="0">
                <a:hlinkClick r:id="rId3"/>
              </a:rPr>
              <a:t>hliu@hust.edu.cn</a:t>
            </a:r>
            <a:r>
              <a:rPr lang="en-US" altLang="zh-CN" sz="2800" dirty="0"/>
              <a:t>     </a:t>
            </a:r>
          </a:p>
          <a:p>
            <a:r>
              <a:rPr lang="en-US" altLang="zh-CN" sz="2400" dirty="0">
                <a:solidFill>
                  <a:srgbClr val="339966"/>
                </a:solidFill>
              </a:rPr>
              <a:t>2025</a:t>
            </a:r>
            <a:r>
              <a:rPr lang="zh-CN" altLang="en-US" sz="2400" dirty="0">
                <a:solidFill>
                  <a:srgbClr val="339966"/>
                </a:solidFill>
              </a:rPr>
              <a:t>年秋季</a:t>
            </a:r>
            <a:r>
              <a:rPr lang="en-US" altLang="zh-CN" sz="2800" dirty="0"/>
              <a:t>              </a:t>
            </a:r>
            <a:endParaRPr lang="zh-CN" altLang="en-US" sz="2800" dirty="0"/>
          </a:p>
        </p:txBody>
      </p:sp>
      <p:sp>
        <p:nvSpPr>
          <p:cNvPr id="5" name="灯片编号占位符 5">
            <a:extLst>
              <a:ext uri="{FF2B5EF4-FFF2-40B4-BE49-F238E27FC236}">
                <a16:creationId xmlns:a16="http://schemas.microsoft.com/office/drawing/2014/main" id="{B220245F-0ADA-4078-B855-DF9D5C46F8BD}"/>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E45112AA-30EC-4D40-BD1B-BB9D5CECAA04}" type="slidenum">
              <a:rPr lang="en-US" altLang="zh-CN" sz="1400">
                <a:ea typeface="宋体" panose="02010600030101010101" pitchFamily="2" charset="-122"/>
              </a:rPr>
              <a:pPr eaLnBrk="1" hangingPunct="1"/>
              <a:t>1</a:t>
            </a:fld>
            <a:endParaRPr lang="en-US" altLang="zh-CN" sz="1400">
              <a:ea typeface="宋体" panose="02010600030101010101" pitchFamily="2" charset="-122"/>
            </a:endParaRPr>
          </a:p>
        </p:txBody>
      </p:sp>
      <p:sp>
        <p:nvSpPr>
          <p:cNvPr id="26630" name="Rectangle 12">
            <a:extLst>
              <a:ext uri="{FF2B5EF4-FFF2-40B4-BE49-F238E27FC236}">
                <a16:creationId xmlns:a16="http://schemas.microsoft.com/office/drawing/2014/main" id="{A73B4EA4-4FC4-489A-A963-6D7C282C995C}"/>
              </a:ext>
            </a:extLst>
          </p:cNvPr>
          <p:cNvSpPr>
            <a:spLocks noChangeArrowheads="1"/>
          </p:cNvSpPr>
          <p:nvPr/>
        </p:nvSpPr>
        <p:spPr bwMode="auto">
          <a:xfrm>
            <a:off x="1476375" y="4149725"/>
            <a:ext cx="640873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spcBef>
                <a:spcPct val="20000"/>
              </a:spcBef>
            </a:pPr>
            <a:endParaRPr lang="en-US" altLang="zh-CN" sz="2800" b="1">
              <a:ea typeface="华文细黑" panose="02010600040101010101" pitchFamily="2" charset="-122"/>
            </a:endParaRPr>
          </a:p>
          <a:p>
            <a:pPr eaLnBrk="1" hangingPunct="1">
              <a:spcBef>
                <a:spcPct val="20000"/>
              </a:spcBef>
            </a:pPr>
            <a:endParaRPr lang="en-US" altLang="zh-CN" sz="1800" b="1">
              <a:ea typeface="华文细黑" panose="02010600040101010101" pitchFamily="2" charset="-122"/>
            </a:endParaRPr>
          </a:p>
        </p:txBody>
      </p:sp>
      <p:sp>
        <p:nvSpPr>
          <p:cNvPr id="26631" name="WordArt 14">
            <a:extLst>
              <a:ext uri="{FF2B5EF4-FFF2-40B4-BE49-F238E27FC236}">
                <a16:creationId xmlns:a16="http://schemas.microsoft.com/office/drawing/2014/main" id="{CD9A7922-6DFF-48E0-B1D4-208131C6E8C1}"/>
              </a:ext>
            </a:extLst>
          </p:cNvPr>
          <p:cNvSpPr>
            <a:spLocks noChangeArrowheads="1" noChangeShapeType="1" noTextEdit="1"/>
          </p:cNvSpPr>
          <p:nvPr/>
        </p:nvSpPr>
        <p:spPr bwMode="auto">
          <a:xfrm>
            <a:off x="2411413" y="1844675"/>
            <a:ext cx="4076700" cy="1038225"/>
          </a:xfrm>
          <a:prstGeom prst="rect">
            <a:avLst/>
          </a:prstGeom>
        </p:spPr>
        <p:txBody>
          <a:bodyPr wrap="none" fromWordArt="1">
            <a:prstTxWarp prst="textPlain">
              <a:avLst>
                <a:gd name="adj" fmla="val 50000"/>
              </a:avLst>
            </a:prstTxWarp>
          </a:bodyPr>
          <a:lstStyle/>
          <a:p>
            <a:r>
              <a:rPr lang="zh-CN" altLang="en-US" sz="8000" kern="10" dirty="0">
                <a:ln w="9525">
                  <a:solidFill>
                    <a:srgbClr val="3333CC"/>
                  </a:solidFill>
                  <a:round/>
                  <a:headEnd/>
                  <a:tailEnd/>
                </a:ln>
                <a:solidFill>
                  <a:srgbClr val="0070C0"/>
                </a:solidFill>
                <a:latin typeface="华文行楷" panose="02010800040101010101" pitchFamily="2" charset="-122"/>
                <a:ea typeface="华文行楷" panose="02010800040101010101" pitchFamily="2" charset="-122"/>
              </a:rPr>
              <a:t>最优控制</a:t>
            </a:r>
          </a:p>
        </p:txBody>
      </p:sp>
      <p:pic>
        <p:nvPicPr>
          <p:cNvPr id="8" name="Picture 4" descr="21">
            <a:extLst>
              <a:ext uri="{FF2B5EF4-FFF2-40B4-BE49-F238E27FC236}">
                <a16:creationId xmlns:a16="http://schemas.microsoft.com/office/drawing/2014/main" id="{7AC3EA83-D276-46BB-A55B-8B003A5262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p:cNvSpPr>
            <a:spLocks noGrp="1"/>
          </p:cNvSpPr>
          <p:nvPr>
            <p:ph idx="1"/>
          </p:nvPr>
        </p:nvSpPr>
        <p:spPr>
          <a:xfrm>
            <a:off x="468313" y="836613"/>
            <a:ext cx="8229600" cy="5183187"/>
          </a:xfrm>
        </p:spPr>
        <p:txBody>
          <a:bodyPr/>
          <a:lstStyle/>
          <a:p>
            <a:pPr>
              <a:buFont typeface="Wingdings" panose="05000000000000000000" pitchFamily="2" charset="2"/>
              <a:buChar char="p"/>
            </a:pPr>
            <a:r>
              <a:rPr lang="zh-CN" altLang="en-US" b="1" dirty="0">
                <a:solidFill>
                  <a:srgbClr val="FF0000"/>
                </a:solidFill>
              </a:rPr>
              <a:t>最优控制理论的发展（先期）</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控制理论的发展回顾</a:t>
            </a:r>
            <a:r>
              <a:rPr lang="en-US" altLang="zh-CN" sz="2400" dirty="0"/>
              <a:t>: </a:t>
            </a:r>
            <a:r>
              <a:rPr lang="zh-CN" altLang="en-US" sz="2400" dirty="0"/>
              <a:t>经典控制理论、现代控制理论。</a:t>
            </a:r>
            <a:endParaRPr lang="en-US" altLang="zh-CN" sz="2400" dirty="0"/>
          </a:p>
          <a:p>
            <a:pPr>
              <a:lnSpc>
                <a:spcPct val="150000"/>
              </a:lnSpc>
              <a:buFont typeface="Wingdings" panose="05000000000000000000" pitchFamily="2" charset="2"/>
              <a:buChar char="Ø"/>
            </a:pPr>
            <a:r>
              <a:rPr lang="zh-CN" altLang="en-US" sz="2400" dirty="0"/>
              <a:t>先期工作：</a:t>
            </a:r>
            <a:r>
              <a:rPr lang="en-US" altLang="zh-CN" sz="2400" dirty="0"/>
              <a:t>1948</a:t>
            </a:r>
            <a:r>
              <a:rPr lang="zh-CN" altLang="en-US" sz="2400" dirty="0"/>
              <a:t>年维纳等人奠基的控制论，第一次科学地提出了信息、反馈和控制的概念，为最优控制理论的诞生和发展奠定了基础。</a:t>
            </a:r>
            <a:endParaRPr lang="en-US" altLang="zh-CN" sz="2400" dirty="0"/>
          </a:p>
          <a:p>
            <a:pPr>
              <a:lnSpc>
                <a:spcPct val="150000"/>
              </a:lnSpc>
              <a:buFont typeface="Wingdings" panose="05000000000000000000" pitchFamily="2" charset="2"/>
              <a:buChar char="Ø"/>
            </a:pPr>
            <a:r>
              <a:rPr lang="zh-CN" altLang="en-US" sz="2400" dirty="0"/>
              <a:t>钱学森</a:t>
            </a:r>
            <a:r>
              <a:rPr lang="en-US" altLang="zh-CN" sz="2400" dirty="0"/>
              <a:t>1954</a:t>
            </a:r>
            <a:r>
              <a:rPr lang="zh-CN" altLang="en-US" sz="2400" dirty="0"/>
              <a:t>年所著</a:t>
            </a:r>
            <a:r>
              <a:rPr lang="en-US" altLang="zh-CN" sz="2400" dirty="0"/>
              <a:t>《</a:t>
            </a:r>
            <a:r>
              <a:rPr lang="zh-CN" altLang="en-US" sz="2400" dirty="0"/>
              <a:t>工程控制论</a:t>
            </a:r>
            <a:r>
              <a:rPr lang="en-US" altLang="zh-CN" sz="2400" dirty="0"/>
              <a:t>》</a:t>
            </a:r>
            <a:r>
              <a:rPr lang="zh-CN" altLang="en-US" sz="2400" dirty="0"/>
              <a:t>直接促进了理论的发展和形成。</a:t>
            </a:r>
            <a:endParaRPr lang="en-US" altLang="zh-CN" sz="2400" dirty="0"/>
          </a:p>
        </p:txBody>
      </p:sp>
      <p:sp>
        <p:nvSpPr>
          <p:cNvPr id="5" name="灯片编号占位符 4"/>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A72558E0-C1BE-4480-B068-246A7056E339}" type="slidenum">
              <a:rPr lang="en-US" altLang="zh-CN" sz="1400">
                <a:ea typeface="宋体" panose="02010600030101010101" pitchFamily="2" charset="-122"/>
              </a:rPr>
              <a:pPr eaLnBrk="1" hangingPunct="1"/>
              <a:t>2</a:t>
            </a:fld>
            <a:endParaRPr lang="en-US" altLang="zh-CN" sz="1400">
              <a:ea typeface="宋体" panose="02010600030101010101" pitchFamily="2" charset="-122"/>
            </a:endParaRPr>
          </a:p>
        </p:txBody>
      </p:sp>
      <p:pic>
        <p:nvPicPr>
          <p:cNvPr id="27653" name="Picture 4" descr="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2832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F2138A9E-EC34-42BA-8B11-ECCB9BDE9968}"/>
              </a:ext>
            </a:extLst>
          </p:cNvPr>
          <p:cNvSpPr>
            <a:spLocks noGrp="1"/>
          </p:cNvSpPr>
          <p:nvPr>
            <p:ph idx="1"/>
          </p:nvPr>
        </p:nvSpPr>
        <p:spPr>
          <a:xfrm>
            <a:off x="445373" y="908720"/>
            <a:ext cx="8229600" cy="5805264"/>
          </a:xfrm>
        </p:spPr>
        <p:txBody>
          <a:bodyPr/>
          <a:lstStyle/>
          <a:p>
            <a:pPr>
              <a:buFont typeface="Wingdings" panose="05000000000000000000" pitchFamily="2" charset="2"/>
              <a:buChar char="p"/>
            </a:pPr>
            <a:r>
              <a:rPr lang="zh-CN" altLang="en-US" b="1" dirty="0">
                <a:solidFill>
                  <a:srgbClr val="FF0000"/>
                </a:solidFill>
              </a:rPr>
              <a:t>最优控制理论的发展</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现代控理论的重要组成部分。</a:t>
            </a:r>
            <a:endParaRPr lang="en-US" altLang="zh-CN" sz="2400" dirty="0"/>
          </a:p>
          <a:p>
            <a:pPr>
              <a:lnSpc>
                <a:spcPct val="150000"/>
              </a:lnSpc>
              <a:buFont typeface="Wingdings" panose="05000000000000000000" pitchFamily="2" charset="2"/>
              <a:buChar char="Ø"/>
            </a:pPr>
            <a:r>
              <a:rPr lang="zh-CN" altLang="en-US" sz="2400" dirty="0"/>
              <a:t>早在</a:t>
            </a:r>
            <a:r>
              <a:rPr lang="en-US" altLang="zh-CN" sz="2400" dirty="0"/>
              <a:t>20</a:t>
            </a:r>
            <a:r>
              <a:rPr lang="zh-CN" altLang="en-US" sz="2400" dirty="0"/>
              <a:t>世纪</a:t>
            </a:r>
            <a:r>
              <a:rPr lang="en-US" altLang="zh-CN" sz="2400" dirty="0"/>
              <a:t>50 </a:t>
            </a:r>
            <a:r>
              <a:rPr lang="zh-CN" altLang="en-US" sz="2400" dirty="0"/>
              <a:t>年代初期，就有从工程角度研究最短时间控制问题的论文发表。通过研究，人们发现，最优控制问题的本质是一变分问题。</a:t>
            </a:r>
            <a:endParaRPr lang="en-US" altLang="zh-CN" sz="2400" dirty="0"/>
          </a:p>
          <a:p>
            <a:pPr>
              <a:lnSpc>
                <a:spcPct val="150000"/>
              </a:lnSpc>
              <a:buFont typeface="Wingdings" panose="05000000000000000000" pitchFamily="2" charset="2"/>
              <a:buChar char="Ø"/>
            </a:pPr>
            <a:r>
              <a:rPr lang="zh-CN" altLang="en-US" sz="2400" dirty="0"/>
              <a:t>经典变分理论只能解决无约束或开集性约束一类简单的最优控制问题，而实际上，工程应用多属于闭集一类的最优控制问题，这就需要探索求解最优控制问题的新途径。</a:t>
            </a:r>
            <a:endParaRPr lang="en-US" altLang="zh-CN" sz="2400" dirty="0"/>
          </a:p>
          <a:p>
            <a:pPr>
              <a:lnSpc>
                <a:spcPct val="150000"/>
              </a:lnSpc>
              <a:buFont typeface="Wingdings" panose="05000000000000000000" pitchFamily="2" charset="2"/>
              <a:buChar char="Ø"/>
            </a:pPr>
            <a:r>
              <a:rPr lang="zh-CN" altLang="en-US" sz="2400" dirty="0"/>
              <a:t>开创性工作：在</a:t>
            </a:r>
            <a:r>
              <a:rPr lang="en-US" altLang="zh-CN" sz="2400" dirty="0"/>
              <a:t>20</a:t>
            </a:r>
            <a:r>
              <a:rPr lang="zh-CN" altLang="en-US" sz="2400" dirty="0"/>
              <a:t>世纪</a:t>
            </a:r>
            <a:r>
              <a:rPr lang="en-US" altLang="zh-CN" sz="2400" dirty="0"/>
              <a:t>60</a:t>
            </a:r>
            <a:r>
              <a:rPr lang="zh-CN" altLang="en-US" sz="2400" dirty="0"/>
              <a:t>年代，贝尔曼提出的动态规划和庞德里亚金提出的极大值原理。</a:t>
            </a:r>
            <a:endParaRPr lang="en-US" altLang="zh-CN" sz="2400" dirty="0"/>
          </a:p>
        </p:txBody>
      </p:sp>
      <p:sp>
        <p:nvSpPr>
          <p:cNvPr id="5" name="灯片编号占位符 4">
            <a:extLst>
              <a:ext uri="{FF2B5EF4-FFF2-40B4-BE49-F238E27FC236}">
                <a16:creationId xmlns:a16="http://schemas.microsoft.com/office/drawing/2014/main" id="{FD341A57-0EE0-4996-AAAE-568A8F4FACE0}"/>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94A9BD01-2A23-4720-A19C-DE5412071CF3}" type="slidenum">
              <a:rPr lang="en-US" altLang="zh-CN" sz="1400">
                <a:ea typeface="宋体" panose="02010600030101010101" pitchFamily="2" charset="-122"/>
              </a:rPr>
              <a:pPr eaLnBrk="1" hangingPunct="1"/>
              <a:t>3</a:t>
            </a:fld>
            <a:endParaRPr lang="en-US" altLang="zh-CN" sz="1400">
              <a:ea typeface="宋体" panose="02010600030101010101" pitchFamily="2" charset="-122"/>
            </a:endParaRPr>
          </a:p>
        </p:txBody>
      </p:sp>
      <p:pic>
        <p:nvPicPr>
          <p:cNvPr id="27653" name="Picture 4" descr="21">
            <a:extLst>
              <a:ext uri="{FF2B5EF4-FFF2-40B4-BE49-F238E27FC236}">
                <a16:creationId xmlns:a16="http://schemas.microsoft.com/office/drawing/2014/main" id="{87693AA3-E1EB-43BF-AE53-200124689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a:extLst>
              <a:ext uri="{FF2B5EF4-FFF2-40B4-BE49-F238E27FC236}">
                <a16:creationId xmlns:a16="http://schemas.microsoft.com/office/drawing/2014/main" id="{9FC07D49-B96B-4A47-ACB0-A1E83299476A}"/>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4BDCBBEA-E9BA-4144-8381-6AABB411B546}" type="slidenum">
              <a:rPr lang="en-US" altLang="zh-CN" sz="1400">
                <a:ea typeface="宋体" panose="02010600030101010101" pitchFamily="2" charset="-122"/>
              </a:rPr>
              <a:pPr eaLnBrk="1" hangingPunct="1"/>
              <a:t>4</a:t>
            </a:fld>
            <a:endParaRPr lang="en-US" altLang="zh-CN" sz="1400">
              <a:ea typeface="宋体" panose="02010600030101010101" pitchFamily="2" charset="-122"/>
            </a:endParaRPr>
          </a:p>
        </p:txBody>
      </p:sp>
      <p:grpSp>
        <p:nvGrpSpPr>
          <p:cNvPr id="28675" name="组合 25">
            <a:extLst>
              <a:ext uri="{FF2B5EF4-FFF2-40B4-BE49-F238E27FC236}">
                <a16:creationId xmlns:a16="http://schemas.microsoft.com/office/drawing/2014/main" id="{580960E9-9A3B-4528-8F76-DC8FC5A172BA}"/>
              </a:ext>
            </a:extLst>
          </p:cNvPr>
          <p:cNvGrpSpPr>
            <a:grpSpLocks/>
          </p:cNvGrpSpPr>
          <p:nvPr/>
        </p:nvGrpSpPr>
        <p:grpSpPr bwMode="auto">
          <a:xfrm>
            <a:off x="1547813" y="1627188"/>
            <a:ext cx="6624637" cy="3314700"/>
            <a:chOff x="1547664" y="1627188"/>
            <a:chExt cx="6624638" cy="3313980"/>
          </a:xfrm>
        </p:grpSpPr>
        <p:sp>
          <p:nvSpPr>
            <p:cNvPr id="28677" name="AutoShape 20">
              <a:extLst>
                <a:ext uri="{FF2B5EF4-FFF2-40B4-BE49-F238E27FC236}">
                  <a16:creationId xmlns:a16="http://schemas.microsoft.com/office/drawing/2014/main" id="{86695226-72FB-4DA3-BFC6-0DC56800E2EB}"/>
                </a:ext>
              </a:extLst>
            </p:cNvPr>
            <p:cNvSpPr>
              <a:spLocks noChangeArrowheads="1"/>
            </p:cNvSpPr>
            <p:nvPr/>
          </p:nvSpPr>
          <p:spPr bwMode="auto">
            <a:xfrm>
              <a:off x="1692275" y="2303463"/>
              <a:ext cx="5665659" cy="576262"/>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78" name="AutoShape 21">
              <a:extLst>
                <a:ext uri="{FF2B5EF4-FFF2-40B4-BE49-F238E27FC236}">
                  <a16:creationId xmlns:a16="http://schemas.microsoft.com/office/drawing/2014/main" id="{212845B9-7D54-4353-8DAB-3B6409D3263B}"/>
                </a:ext>
              </a:extLst>
            </p:cNvPr>
            <p:cNvSpPr>
              <a:spLocks noChangeArrowheads="1"/>
            </p:cNvSpPr>
            <p:nvPr/>
          </p:nvSpPr>
          <p:spPr bwMode="auto">
            <a:xfrm>
              <a:off x="1571455" y="2285849"/>
              <a:ext cx="5715041" cy="576262"/>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79" name="Text Box 22">
              <a:extLst>
                <a:ext uri="{FF2B5EF4-FFF2-40B4-BE49-F238E27FC236}">
                  <a16:creationId xmlns:a16="http://schemas.microsoft.com/office/drawing/2014/main" id="{E8D3C3EE-1F26-40D1-93AA-1DDEF4F383F0}"/>
                </a:ext>
              </a:extLst>
            </p:cNvPr>
            <p:cNvSpPr txBox="1">
              <a:spLocks noChangeArrowheads="1"/>
            </p:cNvSpPr>
            <p:nvPr/>
          </p:nvSpPr>
          <p:spPr bwMode="auto">
            <a:xfrm>
              <a:off x="1571455" y="2357271"/>
              <a:ext cx="5929355" cy="523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en-US" altLang="zh-CN" sz="2800">
                  <a:solidFill>
                    <a:schemeClr val="bg1"/>
                  </a:solidFill>
                </a:rPr>
                <a:t> </a:t>
              </a:r>
              <a:r>
                <a:rPr lang="zh-CN" altLang="en-US" sz="2800">
                  <a:solidFill>
                    <a:schemeClr val="bg1"/>
                  </a:solidFill>
                </a:rPr>
                <a:t>第</a:t>
              </a:r>
              <a:r>
                <a:rPr lang="en-US" altLang="zh-CN" sz="2800">
                  <a:solidFill>
                    <a:schemeClr val="bg1"/>
                  </a:solidFill>
                </a:rPr>
                <a:t>2</a:t>
              </a:r>
              <a:r>
                <a:rPr lang="zh-CN" altLang="en-US" sz="2800">
                  <a:solidFill>
                    <a:schemeClr val="bg1"/>
                  </a:solidFill>
                </a:rPr>
                <a:t>章  变分法在最优控制中的应用</a:t>
              </a:r>
            </a:p>
          </p:txBody>
        </p:sp>
        <p:sp>
          <p:nvSpPr>
            <p:cNvPr id="28680" name="AutoShape 23">
              <a:extLst>
                <a:ext uri="{FF2B5EF4-FFF2-40B4-BE49-F238E27FC236}">
                  <a16:creationId xmlns:a16="http://schemas.microsoft.com/office/drawing/2014/main" id="{9D444F67-64A3-4C7D-B33B-CE3B51D03B1E}"/>
                </a:ext>
              </a:extLst>
            </p:cNvPr>
            <p:cNvSpPr>
              <a:spLocks noChangeArrowheads="1"/>
            </p:cNvSpPr>
            <p:nvPr/>
          </p:nvSpPr>
          <p:spPr bwMode="auto">
            <a:xfrm>
              <a:off x="1676400" y="2952750"/>
              <a:ext cx="3327400" cy="576263"/>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81" name="AutoShape 24">
              <a:extLst>
                <a:ext uri="{FF2B5EF4-FFF2-40B4-BE49-F238E27FC236}">
                  <a16:creationId xmlns:a16="http://schemas.microsoft.com/office/drawing/2014/main" id="{11D76B35-AA6C-4D07-9B88-FE42868A174C}"/>
                </a:ext>
              </a:extLst>
            </p:cNvPr>
            <p:cNvSpPr>
              <a:spLocks noChangeArrowheads="1"/>
            </p:cNvSpPr>
            <p:nvPr/>
          </p:nvSpPr>
          <p:spPr bwMode="auto">
            <a:xfrm>
              <a:off x="1604963" y="2922588"/>
              <a:ext cx="3327400" cy="576262"/>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82" name="Text Box 25">
              <a:extLst>
                <a:ext uri="{FF2B5EF4-FFF2-40B4-BE49-F238E27FC236}">
                  <a16:creationId xmlns:a16="http://schemas.microsoft.com/office/drawing/2014/main" id="{17CD20D8-9A8B-432F-B029-1A3C9A9C7FD5}"/>
                </a:ext>
              </a:extLst>
            </p:cNvPr>
            <p:cNvSpPr txBox="1">
              <a:spLocks noChangeArrowheads="1"/>
            </p:cNvSpPr>
            <p:nvPr/>
          </p:nvSpPr>
          <p:spPr bwMode="auto">
            <a:xfrm>
              <a:off x="1720378" y="2981325"/>
              <a:ext cx="3211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zh-CN" altLang="en-US" sz="2800" dirty="0">
                  <a:solidFill>
                    <a:schemeClr val="bg1"/>
                  </a:solidFill>
                </a:rPr>
                <a:t>第</a:t>
              </a:r>
              <a:r>
                <a:rPr lang="en-US" altLang="zh-CN" sz="2800" dirty="0">
                  <a:solidFill>
                    <a:schemeClr val="bg1"/>
                  </a:solidFill>
                </a:rPr>
                <a:t>3</a:t>
              </a:r>
              <a:r>
                <a:rPr lang="zh-CN" altLang="en-US" sz="2800" dirty="0">
                  <a:solidFill>
                    <a:schemeClr val="bg1"/>
                  </a:solidFill>
                </a:rPr>
                <a:t>章   最大值原理</a:t>
              </a:r>
            </a:p>
          </p:txBody>
        </p:sp>
        <p:grpSp>
          <p:nvGrpSpPr>
            <p:cNvPr id="28683" name="组合 24">
              <a:extLst>
                <a:ext uri="{FF2B5EF4-FFF2-40B4-BE49-F238E27FC236}">
                  <a16:creationId xmlns:a16="http://schemas.microsoft.com/office/drawing/2014/main" id="{F102D672-DB76-4A13-A839-7E8E2BF57E11}"/>
                </a:ext>
              </a:extLst>
            </p:cNvPr>
            <p:cNvGrpSpPr>
              <a:grpSpLocks/>
            </p:cNvGrpSpPr>
            <p:nvPr/>
          </p:nvGrpSpPr>
          <p:grpSpPr bwMode="auto">
            <a:xfrm>
              <a:off x="1619672" y="4329981"/>
              <a:ext cx="3049588" cy="611187"/>
              <a:chOff x="1619250" y="3586163"/>
              <a:chExt cx="3049588" cy="611187"/>
            </a:xfrm>
          </p:grpSpPr>
          <p:sp>
            <p:nvSpPr>
              <p:cNvPr id="28691" name="AutoShape 26">
                <a:extLst>
                  <a:ext uri="{FF2B5EF4-FFF2-40B4-BE49-F238E27FC236}">
                    <a16:creationId xmlns:a16="http://schemas.microsoft.com/office/drawing/2014/main" id="{6A790F33-2798-4849-8144-A0293C8F1727}"/>
                  </a:ext>
                </a:extLst>
              </p:cNvPr>
              <p:cNvSpPr>
                <a:spLocks noChangeArrowheads="1"/>
              </p:cNvSpPr>
              <p:nvPr/>
            </p:nvSpPr>
            <p:spPr bwMode="auto">
              <a:xfrm>
                <a:off x="1692275" y="3621088"/>
                <a:ext cx="2976563" cy="576262"/>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92" name="AutoShape 27">
                <a:extLst>
                  <a:ext uri="{FF2B5EF4-FFF2-40B4-BE49-F238E27FC236}">
                    <a16:creationId xmlns:a16="http://schemas.microsoft.com/office/drawing/2014/main" id="{BF5EA39B-76BC-4FC0-BE7B-2ECC1CA84333}"/>
                  </a:ext>
                </a:extLst>
              </p:cNvPr>
              <p:cNvSpPr>
                <a:spLocks noChangeArrowheads="1"/>
              </p:cNvSpPr>
              <p:nvPr/>
            </p:nvSpPr>
            <p:spPr bwMode="auto">
              <a:xfrm>
                <a:off x="1619250" y="3586163"/>
                <a:ext cx="2952750" cy="576262"/>
              </a:xfrm>
              <a:prstGeom prst="roundRect">
                <a:avLst>
                  <a:gd name="adj" fmla="val 16528"/>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93" name="Text Box 28">
                <a:extLst>
                  <a:ext uri="{FF2B5EF4-FFF2-40B4-BE49-F238E27FC236}">
                    <a16:creationId xmlns:a16="http://schemas.microsoft.com/office/drawing/2014/main" id="{5FFE9FA5-932D-44F3-B85D-6E1766C9A4CF}"/>
                  </a:ext>
                </a:extLst>
              </p:cNvPr>
              <p:cNvSpPr txBox="1">
                <a:spLocks noChangeArrowheads="1"/>
              </p:cNvSpPr>
              <p:nvPr/>
            </p:nvSpPr>
            <p:spPr bwMode="auto">
              <a:xfrm>
                <a:off x="1706563" y="3629025"/>
                <a:ext cx="2865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zh-CN" altLang="en-US" sz="2800">
                    <a:solidFill>
                      <a:schemeClr val="bg1"/>
                    </a:solidFill>
                  </a:rPr>
                  <a:t>第</a:t>
                </a:r>
                <a:r>
                  <a:rPr lang="en-US" altLang="zh-CN" sz="2800">
                    <a:solidFill>
                      <a:schemeClr val="bg1"/>
                    </a:solidFill>
                  </a:rPr>
                  <a:t>5</a:t>
                </a:r>
                <a:r>
                  <a:rPr lang="zh-CN" altLang="en-US" sz="2800">
                    <a:solidFill>
                      <a:schemeClr val="bg1"/>
                    </a:solidFill>
                  </a:rPr>
                  <a:t>章   动态规划</a:t>
                </a:r>
              </a:p>
            </p:txBody>
          </p:sp>
        </p:grpSp>
        <p:grpSp>
          <p:nvGrpSpPr>
            <p:cNvPr id="28684" name="组合 23">
              <a:extLst>
                <a:ext uri="{FF2B5EF4-FFF2-40B4-BE49-F238E27FC236}">
                  <a16:creationId xmlns:a16="http://schemas.microsoft.com/office/drawing/2014/main" id="{06F9F24A-FC79-440A-9F74-70CF3EBFD1AB}"/>
                </a:ext>
              </a:extLst>
            </p:cNvPr>
            <p:cNvGrpSpPr>
              <a:grpSpLocks/>
            </p:cNvGrpSpPr>
            <p:nvPr/>
          </p:nvGrpSpPr>
          <p:grpSpPr bwMode="auto">
            <a:xfrm>
              <a:off x="1547664" y="3601963"/>
              <a:ext cx="6624638" cy="619125"/>
              <a:chOff x="1619250" y="4248150"/>
              <a:chExt cx="6624638" cy="619125"/>
            </a:xfrm>
          </p:grpSpPr>
          <p:sp>
            <p:nvSpPr>
              <p:cNvPr id="28688" name="AutoShape 29">
                <a:extLst>
                  <a:ext uri="{FF2B5EF4-FFF2-40B4-BE49-F238E27FC236}">
                    <a16:creationId xmlns:a16="http://schemas.microsoft.com/office/drawing/2014/main" id="{6D1DD3F5-F3F7-4D7B-829B-A254F99EC830}"/>
                  </a:ext>
                </a:extLst>
              </p:cNvPr>
              <p:cNvSpPr>
                <a:spLocks noChangeArrowheads="1"/>
              </p:cNvSpPr>
              <p:nvPr/>
            </p:nvSpPr>
            <p:spPr bwMode="auto">
              <a:xfrm>
                <a:off x="1692275" y="4291013"/>
                <a:ext cx="6551613" cy="576262"/>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89" name="AutoShape 30">
                <a:extLst>
                  <a:ext uri="{FF2B5EF4-FFF2-40B4-BE49-F238E27FC236}">
                    <a16:creationId xmlns:a16="http://schemas.microsoft.com/office/drawing/2014/main" id="{E6204211-750D-4C85-8F68-E4793624CD26}"/>
                  </a:ext>
                </a:extLst>
              </p:cNvPr>
              <p:cNvSpPr>
                <a:spLocks noChangeArrowheads="1"/>
              </p:cNvSpPr>
              <p:nvPr/>
            </p:nvSpPr>
            <p:spPr bwMode="auto">
              <a:xfrm>
                <a:off x="1619250" y="4248150"/>
                <a:ext cx="6553200" cy="576263"/>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90" name="Text Box 31">
                <a:extLst>
                  <a:ext uri="{FF2B5EF4-FFF2-40B4-BE49-F238E27FC236}">
                    <a16:creationId xmlns:a16="http://schemas.microsoft.com/office/drawing/2014/main" id="{2FFAD85F-5418-43E6-9B17-F4C36222E7B2}"/>
                  </a:ext>
                </a:extLst>
              </p:cNvPr>
              <p:cNvSpPr txBox="1">
                <a:spLocks noChangeArrowheads="1"/>
              </p:cNvSpPr>
              <p:nvPr/>
            </p:nvSpPr>
            <p:spPr bwMode="auto">
              <a:xfrm>
                <a:off x="1763117" y="4291013"/>
                <a:ext cx="6380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zh-CN" altLang="en-US" sz="2800" dirty="0">
                    <a:solidFill>
                      <a:schemeClr val="bg1"/>
                    </a:solidFill>
                  </a:rPr>
                  <a:t>第</a:t>
                </a:r>
                <a:r>
                  <a:rPr lang="en-US" altLang="zh-CN" sz="2800" dirty="0">
                    <a:solidFill>
                      <a:schemeClr val="bg1"/>
                    </a:solidFill>
                  </a:rPr>
                  <a:t>4</a:t>
                </a:r>
                <a:r>
                  <a:rPr lang="zh-CN" altLang="en-US" sz="2800" dirty="0">
                    <a:solidFill>
                      <a:schemeClr val="bg1"/>
                    </a:solidFill>
                  </a:rPr>
                  <a:t>章   线性二次型性能指标的最优控制</a:t>
                </a:r>
              </a:p>
            </p:txBody>
          </p:sp>
        </p:grpSp>
        <p:sp>
          <p:nvSpPr>
            <p:cNvPr id="28685" name="AutoShape 41">
              <a:extLst>
                <a:ext uri="{FF2B5EF4-FFF2-40B4-BE49-F238E27FC236}">
                  <a16:creationId xmlns:a16="http://schemas.microsoft.com/office/drawing/2014/main" id="{968EEF34-1C1B-45FF-B88F-B4B62C5E587B}"/>
                </a:ext>
              </a:extLst>
            </p:cNvPr>
            <p:cNvSpPr>
              <a:spLocks noChangeArrowheads="1"/>
            </p:cNvSpPr>
            <p:nvPr/>
          </p:nvSpPr>
          <p:spPr bwMode="auto">
            <a:xfrm>
              <a:off x="1692275" y="1655763"/>
              <a:ext cx="3671888" cy="576262"/>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86" name="AutoShape 42">
              <a:extLst>
                <a:ext uri="{FF2B5EF4-FFF2-40B4-BE49-F238E27FC236}">
                  <a16:creationId xmlns:a16="http://schemas.microsoft.com/office/drawing/2014/main" id="{0ED2C1E1-A5BF-45A4-B52F-5983E234A32E}"/>
                </a:ext>
              </a:extLst>
            </p:cNvPr>
            <p:cNvSpPr>
              <a:spLocks noChangeArrowheads="1"/>
            </p:cNvSpPr>
            <p:nvPr/>
          </p:nvSpPr>
          <p:spPr bwMode="auto">
            <a:xfrm>
              <a:off x="1619250" y="1627188"/>
              <a:ext cx="3673475" cy="576262"/>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8687" name="Text Box 43">
              <a:extLst>
                <a:ext uri="{FF2B5EF4-FFF2-40B4-BE49-F238E27FC236}">
                  <a16:creationId xmlns:a16="http://schemas.microsoft.com/office/drawing/2014/main" id="{C43E662D-4B7B-4FB3-AD64-D2054D04E842}"/>
                </a:ext>
              </a:extLst>
            </p:cNvPr>
            <p:cNvSpPr txBox="1">
              <a:spLocks noChangeArrowheads="1"/>
            </p:cNvSpPr>
            <p:nvPr/>
          </p:nvSpPr>
          <p:spPr bwMode="auto">
            <a:xfrm>
              <a:off x="1704975" y="1670050"/>
              <a:ext cx="358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algn="l" eaLnBrk="1" hangingPunct="1"/>
              <a:r>
                <a:rPr lang="zh-CN" altLang="en-US" sz="2800">
                  <a:solidFill>
                    <a:schemeClr val="bg1"/>
                  </a:solidFill>
                </a:rPr>
                <a:t>第</a:t>
              </a:r>
              <a:r>
                <a:rPr lang="en-US" altLang="zh-CN" sz="2800">
                  <a:solidFill>
                    <a:schemeClr val="bg1"/>
                  </a:solidFill>
                </a:rPr>
                <a:t>1</a:t>
              </a:r>
              <a:r>
                <a:rPr lang="zh-CN" altLang="en-US" sz="2800">
                  <a:solidFill>
                    <a:schemeClr val="bg1"/>
                  </a:solidFill>
                </a:rPr>
                <a:t>章       绪论</a:t>
              </a:r>
            </a:p>
          </p:txBody>
        </p:sp>
      </p:grpSp>
      <p:pic>
        <p:nvPicPr>
          <p:cNvPr id="28676" name="Picture 4" descr="21">
            <a:extLst>
              <a:ext uri="{FF2B5EF4-FFF2-40B4-BE49-F238E27FC236}">
                <a16:creationId xmlns:a16="http://schemas.microsoft.com/office/drawing/2014/main" id="{28112191-B282-4AF5-A2E8-9FB294122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4048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F2138A9E-EC34-42BA-8B11-ECCB9BDE9968}"/>
              </a:ext>
            </a:extLst>
          </p:cNvPr>
          <p:cNvSpPr>
            <a:spLocks noGrp="1"/>
          </p:cNvSpPr>
          <p:nvPr>
            <p:ph idx="1"/>
          </p:nvPr>
        </p:nvSpPr>
        <p:spPr>
          <a:xfrm>
            <a:off x="445373" y="908720"/>
            <a:ext cx="8229600" cy="5805264"/>
          </a:xfrm>
        </p:spPr>
        <p:txBody>
          <a:bodyPr/>
          <a:lstStyle/>
          <a:p>
            <a:pPr>
              <a:buFont typeface="Wingdings" panose="05000000000000000000" pitchFamily="2" charset="2"/>
              <a:buChar char="p"/>
            </a:pPr>
            <a:r>
              <a:rPr lang="zh-CN" altLang="en-US" b="1" dirty="0">
                <a:solidFill>
                  <a:srgbClr val="FF0000"/>
                </a:solidFill>
              </a:rPr>
              <a:t>最优控制参考书籍</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早在</a:t>
            </a:r>
            <a:r>
              <a:rPr lang="en-US" altLang="zh-CN" sz="2400" dirty="0"/>
              <a:t>20</a:t>
            </a:r>
            <a:r>
              <a:rPr lang="zh-CN" altLang="en-US" sz="2400" dirty="0"/>
              <a:t>世纪</a:t>
            </a:r>
            <a:r>
              <a:rPr lang="en-US" altLang="zh-CN" sz="2400" dirty="0"/>
              <a:t>50 </a:t>
            </a:r>
            <a:r>
              <a:rPr lang="zh-CN" altLang="en-US" sz="2400" dirty="0"/>
              <a:t>年代初期，</a:t>
            </a:r>
            <a:endParaRPr lang="en-US" altLang="zh-CN" sz="2400" dirty="0"/>
          </a:p>
          <a:p>
            <a:pPr>
              <a:lnSpc>
                <a:spcPct val="150000"/>
              </a:lnSpc>
              <a:buFont typeface="Wingdings" panose="05000000000000000000" pitchFamily="2" charset="2"/>
              <a:buChar char="Ø"/>
            </a:pPr>
            <a:r>
              <a:rPr lang="zh-CN" altLang="en-US" sz="2400" dirty="0"/>
              <a:t>就有从工程角度研究最短时间控制问题的论文发表。通过研究，人们发现，最优控制问题的本质是一变分问题。</a:t>
            </a:r>
            <a:endParaRPr lang="en-US" altLang="zh-CN" sz="2400" dirty="0"/>
          </a:p>
          <a:p>
            <a:pPr>
              <a:lnSpc>
                <a:spcPct val="150000"/>
              </a:lnSpc>
              <a:buFont typeface="Wingdings" panose="05000000000000000000" pitchFamily="2" charset="2"/>
              <a:buChar char="Ø"/>
            </a:pPr>
            <a:r>
              <a:rPr lang="zh-CN" altLang="en-US" sz="2400" dirty="0"/>
              <a:t>经典变分理论只能解决无约束或开集性约束一类简单的最优控制问题，而实际上，工程应用多属于闭集一类的最优控制问题，这就需要探索求解最优控制问题的新途径。</a:t>
            </a:r>
            <a:endParaRPr lang="en-US" altLang="zh-CN" sz="2400" dirty="0"/>
          </a:p>
          <a:p>
            <a:pPr>
              <a:lnSpc>
                <a:spcPct val="150000"/>
              </a:lnSpc>
              <a:buFont typeface="Wingdings" panose="05000000000000000000" pitchFamily="2" charset="2"/>
              <a:buChar char="Ø"/>
            </a:pPr>
            <a:r>
              <a:rPr lang="zh-CN" altLang="en-US" sz="2400" dirty="0"/>
              <a:t>开创性工作：在</a:t>
            </a:r>
            <a:r>
              <a:rPr lang="en-US" altLang="zh-CN" sz="2400" dirty="0"/>
              <a:t>20</a:t>
            </a:r>
            <a:r>
              <a:rPr lang="zh-CN" altLang="en-US" sz="2400" dirty="0"/>
              <a:t>世纪</a:t>
            </a:r>
            <a:r>
              <a:rPr lang="en-US" altLang="zh-CN" sz="2400" dirty="0"/>
              <a:t>60</a:t>
            </a:r>
            <a:r>
              <a:rPr lang="zh-CN" altLang="en-US" sz="2400" dirty="0"/>
              <a:t>年代，贝尔曼提出的动态规划和庞德里亚金提出的极大值原理。</a:t>
            </a:r>
            <a:endParaRPr lang="en-US" altLang="zh-CN" sz="2400" dirty="0"/>
          </a:p>
        </p:txBody>
      </p:sp>
      <p:sp>
        <p:nvSpPr>
          <p:cNvPr id="5" name="灯片编号占位符 4">
            <a:extLst>
              <a:ext uri="{FF2B5EF4-FFF2-40B4-BE49-F238E27FC236}">
                <a16:creationId xmlns:a16="http://schemas.microsoft.com/office/drawing/2014/main" id="{FD341A57-0EE0-4996-AAAE-568A8F4FACE0}"/>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A9BD01-2A23-4720-A19C-DE5412071CF3}"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7653" name="Picture 4" descr="21">
            <a:extLst>
              <a:ext uri="{FF2B5EF4-FFF2-40B4-BE49-F238E27FC236}">
                <a16:creationId xmlns:a16="http://schemas.microsoft.com/office/drawing/2014/main" id="{87693AA3-E1EB-43BF-AE53-200124689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7104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F2138A9E-EC34-42BA-8B11-ECCB9BDE9968}"/>
              </a:ext>
            </a:extLst>
          </p:cNvPr>
          <p:cNvSpPr>
            <a:spLocks noGrp="1"/>
          </p:cNvSpPr>
          <p:nvPr>
            <p:ph idx="1"/>
          </p:nvPr>
        </p:nvSpPr>
        <p:spPr>
          <a:xfrm>
            <a:off x="445373" y="908720"/>
            <a:ext cx="8229600" cy="5805264"/>
          </a:xfrm>
        </p:spPr>
        <p:txBody>
          <a:bodyPr/>
          <a:lstStyle/>
          <a:p>
            <a:pPr>
              <a:buFont typeface="Wingdings" panose="05000000000000000000" pitchFamily="2" charset="2"/>
              <a:buChar char="p"/>
            </a:pPr>
            <a:r>
              <a:rPr lang="zh-CN" altLang="en-US" b="1" dirty="0">
                <a:solidFill>
                  <a:srgbClr val="FF0000"/>
                </a:solidFill>
              </a:rPr>
              <a:t>最优控制参考书</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王朝珠、秦化淑编著</a:t>
            </a:r>
            <a:r>
              <a:rPr lang="en-US" altLang="zh-CN" sz="2400" dirty="0"/>
              <a:t>《</a:t>
            </a:r>
            <a:r>
              <a:rPr lang="zh-CN" altLang="en-US" sz="2400" dirty="0"/>
              <a:t>最优控制理论</a:t>
            </a:r>
            <a:r>
              <a:rPr lang="en-US" altLang="zh-CN" sz="2400" dirty="0"/>
              <a:t>》</a:t>
            </a:r>
            <a:r>
              <a:rPr lang="zh-CN" altLang="en-US" sz="2400" dirty="0"/>
              <a:t>科学出版社；</a:t>
            </a:r>
          </a:p>
          <a:p>
            <a:pPr>
              <a:lnSpc>
                <a:spcPct val="150000"/>
              </a:lnSpc>
              <a:buFont typeface="Wingdings" panose="05000000000000000000" pitchFamily="2" charset="2"/>
              <a:buChar char="Ø"/>
            </a:pPr>
            <a:r>
              <a:rPr lang="zh-CN" altLang="en-US" sz="2400" dirty="0"/>
              <a:t>教学参考书：符曦编著</a:t>
            </a:r>
            <a:r>
              <a:rPr lang="en-US" altLang="zh-CN" sz="2400" dirty="0"/>
              <a:t>《</a:t>
            </a:r>
            <a:r>
              <a:rPr lang="zh-CN" altLang="en-US" sz="2400" dirty="0"/>
              <a:t>系统最优化及控制</a:t>
            </a:r>
            <a:r>
              <a:rPr lang="en-US" altLang="zh-CN" sz="2400" dirty="0"/>
              <a:t>》</a:t>
            </a:r>
            <a:r>
              <a:rPr lang="zh-CN" altLang="en-US" sz="2400" dirty="0"/>
              <a:t>机械工业出版社；</a:t>
            </a:r>
          </a:p>
          <a:p>
            <a:pPr>
              <a:lnSpc>
                <a:spcPct val="150000"/>
              </a:lnSpc>
              <a:buFont typeface="Wingdings" panose="05000000000000000000" pitchFamily="2" charset="2"/>
              <a:buChar char="Ø"/>
            </a:pPr>
            <a:r>
              <a:rPr lang="zh-CN" altLang="en-US" sz="2400" dirty="0"/>
              <a:t>解学书</a:t>
            </a:r>
            <a:r>
              <a:rPr lang="en-US" altLang="zh-CN" sz="2400" dirty="0"/>
              <a:t>《</a:t>
            </a:r>
            <a:r>
              <a:rPr lang="zh-CN" altLang="en-US" sz="2400" dirty="0"/>
              <a:t>最优控制</a:t>
            </a:r>
            <a:r>
              <a:rPr lang="en-US" altLang="zh-CN" sz="2400" dirty="0"/>
              <a:t>—</a:t>
            </a:r>
            <a:r>
              <a:rPr lang="zh-CN" altLang="en-US" sz="2400" dirty="0"/>
              <a:t>理论与应用</a:t>
            </a:r>
            <a:r>
              <a:rPr lang="en-US" altLang="zh-CN" sz="2400" dirty="0"/>
              <a:t>》</a:t>
            </a:r>
            <a:r>
              <a:rPr lang="zh-CN" altLang="en-US" sz="2400" dirty="0"/>
              <a:t>清华大学出版社。</a:t>
            </a:r>
            <a:endParaRPr lang="en-US" altLang="zh-CN" sz="2400" dirty="0"/>
          </a:p>
          <a:p>
            <a:pPr>
              <a:lnSpc>
                <a:spcPct val="150000"/>
              </a:lnSpc>
              <a:buFont typeface="Wingdings" panose="05000000000000000000" pitchFamily="2" charset="2"/>
              <a:buChar char="Ø"/>
            </a:pPr>
            <a:r>
              <a:rPr lang="zh-CN" altLang="en-US" sz="2400" dirty="0"/>
              <a:t>。。。</a:t>
            </a:r>
            <a:endParaRPr lang="en-US" altLang="zh-CN" sz="2400" dirty="0"/>
          </a:p>
        </p:txBody>
      </p:sp>
      <p:sp>
        <p:nvSpPr>
          <p:cNvPr id="5" name="灯片编号占位符 4">
            <a:extLst>
              <a:ext uri="{FF2B5EF4-FFF2-40B4-BE49-F238E27FC236}">
                <a16:creationId xmlns:a16="http://schemas.microsoft.com/office/drawing/2014/main" id="{FD341A57-0EE0-4996-AAAE-568A8F4FACE0}"/>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94A9BD01-2A23-4720-A19C-DE5412071CF3}" type="slidenum">
              <a:rPr lang="en-US" altLang="zh-CN" sz="1400">
                <a:ea typeface="宋体" panose="02010600030101010101" pitchFamily="2" charset="-122"/>
              </a:rPr>
              <a:pPr eaLnBrk="1" hangingPunct="1"/>
              <a:t>6</a:t>
            </a:fld>
            <a:endParaRPr lang="en-US" altLang="zh-CN" sz="1400">
              <a:ea typeface="宋体" panose="02010600030101010101" pitchFamily="2" charset="-122"/>
            </a:endParaRPr>
          </a:p>
        </p:txBody>
      </p:sp>
      <p:pic>
        <p:nvPicPr>
          <p:cNvPr id="27653" name="Picture 4" descr="21">
            <a:extLst>
              <a:ext uri="{FF2B5EF4-FFF2-40B4-BE49-F238E27FC236}">
                <a16:creationId xmlns:a16="http://schemas.microsoft.com/office/drawing/2014/main" id="{87693AA3-E1EB-43BF-AE53-200124689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037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F2138A9E-EC34-42BA-8B11-ECCB9BDE9968}"/>
              </a:ext>
            </a:extLst>
          </p:cNvPr>
          <p:cNvSpPr>
            <a:spLocks noGrp="1"/>
          </p:cNvSpPr>
          <p:nvPr>
            <p:ph idx="1"/>
          </p:nvPr>
        </p:nvSpPr>
        <p:spPr>
          <a:xfrm>
            <a:off x="445373" y="908720"/>
            <a:ext cx="8229600" cy="5805264"/>
          </a:xfrm>
        </p:spPr>
        <p:txBody>
          <a:bodyPr/>
          <a:lstStyle/>
          <a:p>
            <a:pPr>
              <a:buFont typeface="Wingdings" panose="05000000000000000000" pitchFamily="2" charset="2"/>
              <a:buChar char="p"/>
            </a:pPr>
            <a:r>
              <a:rPr lang="zh-CN" altLang="en-US" b="1" dirty="0">
                <a:solidFill>
                  <a:srgbClr val="FF0000"/>
                </a:solidFill>
              </a:rPr>
              <a:t>最优控制实用案例举例：</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王朝珠、秦化淑编著</a:t>
            </a:r>
            <a:r>
              <a:rPr lang="en-US" altLang="zh-CN" sz="2400" dirty="0"/>
              <a:t>《</a:t>
            </a:r>
            <a:r>
              <a:rPr lang="zh-CN" altLang="en-US" sz="2400" dirty="0"/>
              <a:t>最优控制理论</a:t>
            </a:r>
            <a:r>
              <a:rPr lang="en-US" altLang="zh-CN" sz="2400" dirty="0"/>
              <a:t>》</a:t>
            </a:r>
            <a:r>
              <a:rPr lang="zh-CN" altLang="en-US" sz="2400" dirty="0"/>
              <a:t>科学出版社；</a:t>
            </a:r>
          </a:p>
          <a:p>
            <a:pPr>
              <a:lnSpc>
                <a:spcPct val="150000"/>
              </a:lnSpc>
              <a:buFont typeface="Wingdings" panose="05000000000000000000" pitchFamily="2" charset="2"/>
              <a:buChar char="Ø"/>
            </a:pPr>
            <a:r>
              <a:rPr lang="zh-CN" altLang="en-US" sz="2400" dirty="0"/>
              <a:t>教学参考书：符曦编著</a:t>
            </a:r>
            <a:r>
              <a:rPr lang="en-US" altLang="zh-CN" sz="2400" dirty="0"/>
              <a:t>《</a:t>
            </a:r>
            <a:r>
              <a:rPr lang="zh-CN" altLang="en-US" sz="2400" dirty="0"/>
              <a:t>系统最优化及控制</a:t>
            </a:r>
            <a:r>
              <a:rPr lang="en-US" altLang="zh-CN" sz="2400" dirty="0"/>
              <a:t>》</a:t>
            </a:r>
            <a:r>
              <a:rPr lang="zh-CN" altLang="en-US" sz="2400" dirty="0"/>
              <a:t>机械工业出版社；</a:t>
            </a:r>
          </a:p>
          <a:p>
            <a:pPr>
              <a:lnSpc>
                <a:spcPct val="150000"/>
              </a:lnSpc>
              <a:buFont typeface="Wingdings" panose="05000000000000000000" pitchFamily="2" charset="2"/>
              <a:buChar char="Ø"/>
            </a:pPr>
            <a:r>
              <a:rPr lang="zh-CN" altLang="en-US" sz="2400" dirty="0"/>
              <a:t>。</a:t>
            </a:r>
            <a:endParaRPr lang="en-US" altLang="zh-CN" sz="2400" dirty="0"/>
          </a:p>
          <a:p>
            <a:pPr>
              <a:lnSpc>
                <a:spcPct val="150000"/>
              </a:lnSpc>
              <a:buFont typeface="Wingdings" panose="05000000000000000000" pitchFamily="2" charset="2"/>
              <a:buChar char="Ø"/>
            </a:pPr>
            <a:r>
              <a:rPr lang="zh-CN" altLang="en-US" sz="2400" dirty="0"/>
              <a:t>。。。</a:t>
            </a:r>
            <a:endParaRPr lang="en-US" altLang="zh-CN" sz="2400" dirty="0"/>
          </a:p>
        </p:txBody>
      </p:sp>
      <p:sp>
        <p:nvSpPr>
          <p:cNvPr id="5" name="灯片编号占位符 4">
            <a:extLst>
              <a:ext uri="{FF2B5EF4-FFF2-40B4-BE49-F238E27FC236}">
                <a16:creationId xmlns:a16="http://schemas.microsoft.com/office/drawing/2014/main" id="{FD341A57-0EE0-4996-AAAE-568A8F4FACE0}"/>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A9BD01-2A23-4720-A19C-DE5412071CF3}"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7653" name="Picture 4" descr="21">
            <a:extLst>
              <a:ext uri="{FF2B5EF4-FFF2-40B4-BE49-F238E27FC236}">
                <a16:creationId xmlns:a16="http://schemas.microsoft.com/office/drawing/2014/main" id="{87693AA3-E1EB-43BF-AE53-200124689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DB3ABDAB-1D4D-4216-A7F7-8D4D06E3BE92}"/>
              </a:ext>
            </a:extLst>
          </p:cNvPr>
          <p:cNvPicPr>
            <a:picLocks noChangeAspect="1"/>
          </p:cNvPicPr>
          <p:nvPr/>
        </p:nvPicPr>
        <p:blipFill>
          <a:blip r:embed="rId3"/>
          <a:stretch>
            <a:fillRect/>
          </a:stretch>
        </p:blipFill>
        <p:spPr>
          <a:xfrm>
            <a:off x="0" y="1638860"/>
            <a:ext cx="9144000" cy="3580280"/>
          </a:xfrm>
          <a:prstGeom prst="rect">
            <a:avLst/>
          </a:prstGeom>
        </p:spPr>
      </p:pic>
    </p:spTree>
    <p:extLst>
      <p:ext uri="{BB962C8B-B14F-4D97-AF65-F5344CB8AC3E}">
        <p14:creationId xmlns:p14="http://schemas.microsoft.com/office/powerpoint/2010/main" val="4173579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F2138A9E-EC34-42BA-8B11-ECCB9BDE9968}"/>
              </a:ext>
            </a:extLst>
          </p:cNvPr>
          <p:cNvSpPr>
            <a:spLocks noGrp="1"/>
          </p:cNvSpPr>
          <p:nvPr>
            <p:ph idx="1"/>
          </p:nvPr>
        </p:nvSpPr>
        <p:spPr>
          <a:xfrm>
            <a:off x="445373" y="908720"/>
            <a:ext cx="8229600" cy="5805264"/>
          </a:xfrm>
        </p:spPr>
        <p:txBody>
          <a:bodyPr/>
          <a:lstStyle/>
          <a:p>
            <a:pPr>
              <a:buFont typeface="Wingdings" panose="05000000000000000000" pitchFamily="2" charset="2"/>
              <a:buChar char="p"/>
            </a:pPr>
            <a:r>
              <a:rPr lang="zh-CN" altLang="en-US" b="1" dirty="0">
                <a:solidFill>
                  <a:srgbClr val="FF0000"/>
                </a:solidFill>
              </a:rPr>
              <a:t>最优控制实用案例举例：</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王朝珠、秦化淑编著</a:t>
            </a:r>
            <a:r>
              <a:rPr lang="en-US" altLang="zh-CN" sz="2400" dirty="0"/>
              <a:t>《</a:t>
            </a:r>
            <a:r>
              <a:rPr lang="zh-CN" altLang="en-US" sz="2400" dirty="0"/>
              <a:t>最优控制理论</a:t>
            </a:r>
            <a:r>
              <a:rPr lang="en-US" altLang="zh-CN" sz="2400" dirty="0"/>
              <a:t>》</a:t>
            </a:r>
            <a:r>
              <a:rPr lang="zh-CN" altLang="en-US" sz="2400" dirty="0"/>
              <a:t>科学出版社；</a:t>
            </a:r>
          </a:p>
          <a:p>
            <a:pPr>
              <a:lnSpc>
                <a:spcPct val="150000"/>
              </a:lnSpc>
              <a:buFont typeface="Wingdings" panose="05000000000000000000" pitchFamily="2" charset="2"/>
              <a:buChar char="Ø"/>
            </a:pPr>
            <a:r>
              <a:rPr lang="zh-CN" altLang="en-US" sz="2400" dirty="0"/>
              <a:t>教学参考书：符曦编著</a:t>
            </a:r>
            <a:r>
              <a:rPr lang="en-US" altLang="zh-CN" sz="2400" dirty="0"/>
              <a:t>《</a:t>
            </a:r>
            <a:r>
              <a:rPr lang="zh-CN" altLang="en-US" sz="2400" dirty="0"/>
              <a:t>系统最优化及控制</a:t>
            </a:r>
            <a:r>
              <a:rPr lang="en-US" altLang="zh-CN" sz="2400" dirty="0"/>
              <a:t>》</a:t>
            </a:r>
            <a:r>
              <a:rPr lang="zh-CN" altLang="en-US" sz="2400" dirty="0"/>
              <a:t>机械工业出版社；</a:t>
            </a:r>
          </a:p>
          <a:p>
            <a:pPr>
              <a:lnSpc>
                <a:spcPct val="150000"/>
              </a:lnSpc>
              <a:buFont typeface="Wingdings" panose="05000000000000000000" pitchFamily="2" charset="2"/>
              <a:buChar char="Ø"/>
            </a:pPr>
            <a:r>
              <a:rPr lang="zh-CN" altLang="en-US" sz="2400" dirty="0"/>
              <a:t>。</a:t>
            </a:r>
            <a:endParaRPr lang="en-US" altLang="zh-CN" sz="2400" dirty="0"/>
          </a:p>
          <a:p>
            <a:pPr>
              <a:lnSpc>
                <a:spcPct val="150000"/>
              </a:lnSpc>
              <a:buFont typeface="Wingdings" panose="05000000000000000000" pitchFamily="2" charset="2"/>
              <a:buChar char="Ø"/>
            </a:pPr>
            <a:r>
              <a:rPr lang="zh-CN" altLang="en-US" sz="2400" dirty="0"/>
              <a:t>。。。</a:t>
            </a:r>
            <a:endParaRPr lang="en-US" altLang="zh-CN" sz="2400" dirty="0"/>
          </a:p>
        </p:txBody>
      </p:sp>
      <p:sp>
        <p:nvSpPr>
          <p:cNvPr id="5" name="灯片编号占位符 4">
            <a:extLst>
              <a:ext uri="{FF2B5EF4-FFF2-40B4-BE49-F238E27FC236}">
                <a16:creationId xmlns:a16="http://schemas.microsoft.com/office/drawing/2014/main" id="{FD341A57-0EE0-4996-AAAE-568A8F4FACE0}"/>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A9BD01-2A23-4720-A19C-DE5412071CF3}"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7653" name="Picture 4" descr="21">
            <a:extLst>
              <a:ext uri="{FF2B5EF4-FFF2-40B4-BE49-F238E27FC236}">
                <a16:creationId xmlns:a16="http://schemas.microsoft.com/office/drawing/2014/main" id="{87693AA3-E1EB-43BF-AE53-200124689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31C69988-EA44-44DB-9F8C-0DA3DD9F3A77}"/>
              </a:ext>
            </a:extLst>
          </p:cNvPr>
          <p:cNvPicPr>
            <a:picLocks noChangeAspect="1"/>
          </p:cNvPicPr>
          <p:nvPr/>
        </p:nvPicPr>
        <p:blipFill>
          <a:blip r:embed="rId3"/>
          <a:stretch>
            <a:fillRect/>
          </a:stretch>
        </p:blipFill>
        <p:spPr>
          <a:xfrm>
            <a:off x="14081" y="1484784"/>
            <a:ext cx="9144000" cy="4874658"/>
          </a:xfrm>
          <a:prstGeom prst="rect">
            <a:avLst/>
          </a:prstGeom>
        </p:spPr>
      </p:pic>
    </p:spTree>
    <p:extLst>
      <p:ext uri="{BB962C8B-B14F-4D97-AF65-F5344CB8AC3E}">
        <p14:creationId xmlns:p14="http://schemas.microsoft.com/office/powerpoint/2010/main" val="455227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F2138A9E-EC34-42BA-8B11-ECCB9BDE9968}"/>
              </a:ext>
            </a:extLst>
          </p:cNvPr>
          <p:cNvSpPr>
            <a:spLocks noGrp="1"/>
          </p:cNvSpPr>
          <p:nvPr>
            <p:ph idx="1"/>
          </p:nvPr>
        </p:nvSpPr>
        <p:spPr>
          <a:xfrm>
            <a:off x="445373" y="908720"/>
            <a:ext cx="8229600" cy="5805264"/>
          </a:xfrm>
        </p:spPr>
        <p:txBody>
          <a:bodyPr/>
          <a:lstStyle/>
          <a:p>
            <a:pPr>
              <a:buFont typeface="Wingdings" panose="05000000000000000000" pitchFamily="2" charset="2"/>
              <a:buChar char="p"/>
            </a:pPr>
            <a:r>
              <a:rPr lang="zh-CN" altLang="en-US" b="1" dirty="0">
                <a:solidFill>
                  <a:srgbClr val="FF0000"/>
                </a:solidFill>
              </a:rPr>
              <a:t>最优控制实用案例举例：</a:t>
            </a:r>
            <a:endParaRPr lang="en-US" altLang="zh-CN" b="1" dirty="0">
              <a:solidFill>
                <a:srgbClr val="FF0000"/>
              </a:solidFill>
            </a:endParaRPr>
          </a:p>
          <a:p>
            <a:pPr>
              <a:lnSpc>
                <a:spcPct val="150000"/>
              </a:lnSpc>
              <a:buFont typeface="Wingdings" panose="05000000000000000000" pitchFamily="2" charset="2"/>
              <a:buChar char="Ø"/>
            </a:pPr>
            <a:r>
              <a:rPr lang="zh-CN" altLang="en-US" sz="2400" dirty="0"/>
              <a:t>王朝珠、秦化淑编著</a:t>
            </a:r>
            <a:r>
              <a:rPr lang="en-US" altLang="zh-CN" sz="2400" dirty="0"/>
              <a:t>《</a:t>
            </a:r>
            <a:r>
              <a:rPr lang="zh-CN" altLang="en-US" sz="2400" dirty="0"/>
              <a:t>最优控制理论</a:t>
            </a:r>
            <a:r>
              <a:rPr lang="en-US" altLang="zh-CN" sz="2400" dirty="0"/>
              <a:t>》</a:t>
            </a:r>
            <a:r>
              <a:rPr lang="zh-CN" altLang="en-US" sz="2400" dirty="0"/>
              <a:t>科学出版社；</a:t>
            </a:r>
          </a:p>
          <a:p>
            <a:pPr>
              <a:lnSpc>
                <a:spcPct val="150000"/>
              </a:lnSpc>
              <a:buFont typeface="Wingdings" panose="05000000000000000000" pitchFamily="2" charset="2"/>
              <a:buChar char="Ø"/>
            </a:pPr>
            <a:r>
              <a:rPr lang="zh-CN" altLang="en-US" sz="2400" dirty="0"/>
              <a:t>教学参考书：符曦编著</a:t>
            </a:r>
            <a:r>
              <a:rPr lang="en-US" altLang="zh-CN" sz="2400" dirty="0"/>
              <a:t>《</a:t>
            </a:r>
            <a:r>
              <a:rPr lang="zh-CN" altLang="en-US" sz="2400" dirty="0"/>
              <a:t>系统最优化及控制</a:t>
            </a:r>
            <a:r>
              <a:rPr lang="en-US" altLang="zh-CN" sz="2400" dirty="0"/>
              <a:t>》</a:t>
            </a:r>
            <a:r>
              <a:rPr lang="zh-CN" altLang="en-US" sz="2400" dirty="0"/>
              <a:t>机械工业出版社；</a:t>
            </a:r>
          </a:p>
          <a:p>
            <a:pPr>
              <a:lnSpc>
                <a:spcPct val="150000"/>
              </a:lnSpc>
              <a:buFont typeface="Wingdings" panose="05000000000000000000" pitchFamily="2" charset="2"/>
              <a:buChar char="Ø"/>
            </a:pPr>
            <a:r>
              <a:rPr lang="zh-CN" altLang="en-US" sz="2400" dirty="0"/>
              <a:t>。</a:t>
            </a:r>
            <a:endParaRPr lang="en-US" altLang="zh-CN" sz="2400" dirty="0"/>
          </a:p>
          <a:p>
            <a:pPr>
              <a:lnSpc>
                <a:spcPct val="150000"/>
              </a:lnSpc>
              <a:buFont typeface="Wingdings" panose="05000000000000000000" pitchFamily="2" charset="2"/>
              <a:buChar char="Ø"/>
            </a:pPr>
            <a:r>
              <a:rPr lang="zh-CN" altLang="en-US" sz="2400" dirty="0"/>
              <a:t>。。。</a:t>
            </a:r>
            <a:endParaRPr lang="en-US" altLang="zh-CN" sz="2400" dirty="0"/>
          </a:p>
        </p:txBody>
      </p:sp>
      <p:sp>
        <p:nvSpPr>
          <p:cNvPr id="5" name="灯片编号占位符 4">
            <a:extLst>
              <a:ext uri="{FF2B5EF4-FFF2-40B4-BE49-F238E27FC236}">
                <a16:creationId xmlns:a16="http://schemas.microsoft.com/office/drawing/2014/main" id="{FD341A57-0EE0-4996-AAAE-568A8F4FACE0}"/>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A9BD01-2A23-4720-A19C-DE5412071CF3}"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7653" name="Picture 4" descr="21">
            <a:extLst>
              <a:ext uri="{FF2B5EF4-FFF2-40B4-BE49-F238E27FC236}">
                <a16:creationId xmlns:a16="http://schemas.microsoft.com/office/drawing/2014/main" id="{87693AA3-E1EB-43BF-AE53-200124689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89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3A488814-B8CB-4B9F-8596-60B1691735DF}"/>
              </a:ext>
            </a:extLst>
          </p:cNvPr>
          <p:cNvPicPr>
            <a:picLocks noChangeAspect="1"/>
          </p:cNvPicPr>
          <p:nvPr/>
        </p:nvPicPr>
        <p:blipFill>
          <a:blip r:embed="rId3"/>
          <a:stretch>
            <a:fillRect/>
          </a:stretch>
        </p:blipFill>
        <p:spPr>
          <a:xfrm>
            <a:off x="0" y="1556792"/>
            <a:ext cx="9144000" cy="4194844"/>
          </a:xfrm>
          <a:prstGeom prst="rect">
            <a:avLst/>
          </a:prstGeom>
        </p:spPr>
      </p:pic>
    </p:spTree>
    <p:extLst>
      <p:ext uri="{BB962C8B-B14F-4D97-AF65-F5344CB8AC3E}">
        <p14:creationId xmlns:p14="http://schemas.microsoft.com/office/powerpoint/2010/main" val="1595797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D8754-82AA-459E-9D3F-4AD2C5C7456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8E7B530-8ADC-4D64-8CF0-DFA2BDC0D044}"/>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952EB126-FDEE-4327-8401-B69D3D49B45B}"/>
              </a:ext>
            </a:extLst>
          </p:cNvPr>
          <p:cNvSpPr>
            <a:spLocks noGrp="1"/>
          </p:cNvSpPr>
          <p:nvPr>
            <p:ph type="dt" sz="half" idx="10"/>
          </p:nvPr>
        </p:nvSpPr>
        <p:spPr/>
        <p:txBody>
          <a:bodyPr/>
          <a:lstStyle/>
          <a:p>
            <a:pPr>
              <a:defRPr/>
            </a:pPr>
            <a:fld id="{2A07AE1B-C3B4-455F-87FD-BE3CC7BC475D}" type="datetime1">
              <a:rPr lang="zh-CN" altLang="en-US" smtClean="0"/>
              <a:pPr>
                <a:defRPr/>
              </a:pPr>
              <a:t>2025/9/11</a:t>
            </a:fld>
            <a:endParaRPr lang="en-US" altLang="zh-CN"/>
          </a:p>
        </p:txBody>
      </p:sp>
      <p:sp>
        <p:nvSpPr>
          <p:cNvPr id="5" name="灯片编号占位符 4">
            <a:extLst>
              <a:ext uri="{FF2B5EF4-FFF2-40B4-BE49-F238E27FC236}">
                <a16:creationId xmlns:a16="http://schemas.microsoft.com/office/drawing/2014/main" id="{B9E91998-12C0-4F96-83D8-96C1EF25FEE0}"/>
              </a:ext>
            </a:extLst>
          </p:cNvPr>
          <p:cNvSpPr>
            <a:spLocks noGrp="1"/>
          </p:cNvSpPr>
          <p:nvPr>
            <p:ph type="sldNum" sz="quarter" idx="12"/>
          </p:nvPr>
        </p:nvSpPr>
        <p:spPr/>
        <p:txBody>
          <a:bodyPr/>
          <a:lstStyle/>
          <a:p>
            <a:fld id="{5D633CE5-3BE5-40EE-8674-EDD4A1FA252B}" type="slidenum">
              <a:rPr lang="en-US" altLang="zh-CN" smtClean="0"/>
              <a:pPr/>
              <a:t>10</a:t>
            </a:fld>
            <a:endParaRPr lang="en-US" altLang="zh-CN"/>
          </a:p>
        </p:txBody>
      </p:sp>
    </p:spTree>
    <p:extLst>
      <p:ext uri="{BB962C8B-B14F-4D97-AF65-F5344CB8AC3E}">
        <p14:creationId xmlns:p14="http://schemas.microsoft.com/office/powerpoint/2010/main" val="3319724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68E30-F8DB-4F1D-8F60-D2892AC7E52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AC3B31B-6DBB-4DB4-89C2-EFC024BD5F51}"/>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95072CB4-B595-4A3F-B8B8-24E2D9AA7B39}"/>
              </a:ext>
            </a:extLst>
          </p:cNvPr>
          <p:cNvSpPr>
            <a:spLocks noGrp="1"/>
          </p:cNvSpPr>
          <p:nvPr>
            <p:ph type="dt" sz="half" idx="10"/>
          </p:nvPr>
        </p:nvSpPr>
        <p:spPr/>
        <p:txBody>
          <a:bodyPr/>
          <a:lstStyle/>
          <a:p>
            <a:pPr>
              <a:defRPr/>
            </a:pPr>
            <a:fld id="{2A07AE1B-C3B4-455F-87FD-BE3CC7BC475D}" type="datetime1">
              <a:rPr lang="zh-CN" altLang="en-US" smtClean="0"/>
              <a:pPr>
                <a:defRPr/>
              </a:pPr>
              <a:t>2025/9/11</a:t>
            </a:fld>
            <a:endParaRPr lang="en-US" altLang="zh-CN"/>
          </a:p>
        </p:txBody>
      </p:sp>
      <p:sp>
        <p:nvSpPr>
          <p:cNvPr id="5" name="灯片编号占位符 4">
            <a:extLst>
              <a:ext uri="{FF2B5EF4-FFF2-40B4-BE49-F238E27FC236}">
                <a16:creationId xmlns:a16="http://schemas.microsoft.com/office/drawing/2014/main" id="{030BDB3F-4D53-4D31-827D-14CABA04DB70}"/>
              </a:ext>
            </a:extLst>
          </p:cNvPr>
          <p:cNvSpPr>
            <a:spLocks noGrp="1"/>
          </p:cNvSpPr>
          <p:nvPr>
            <p:ph type="sldNum" sz="quarter" idx="12"/>
          </p:nvPr>
        </p:nvSpPr>
        <p:spPr/>
        <p:txBody>
          <a:bodyPr/>
          <a:lstStyle/>
          <a:p>
            <a:fld id="{5D633CE5-3BE5-40EE-8674-EDD4A1FA252B}" type="slidenum">
              <a:rPr lang="en-US" altLang="zh-CN" smtClean="0"/>
              <a:pPr/>
              <a:t>11</a:t>
            </a:fld>
            <a:endParaRPr lang="en-US" altLang="zh-CN"/>
          </a:p>
        </p:txBody>
      </p:sp>
    </p:spTree>
    <p:extLst>
      <p:ext uri="{BB962C8B-B14F-4D97-AF65-F5344CB8AC3E}">
        <p14:creationId xmlns:p14="http://schemas.microsoft.com/office/powerpoint/2010/main" val="126753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050A01F6-AAA5-4EB1-AE77-3A91AB0C5B4A}"/>
              </a:ext>
            </a:extLst>
          </p:cNvPr>
          <p:cNvSpPr>
            <a:spLocks noGrp="1" noChangeArrowheads="1"/>
          </p:cNvSpPr>
          <p:nvPr>
            <p:ph idx="1"/>
          </p:nvPr>
        </p:nvSpPr>
        <p:spPr>
          <a:xfrm>
            <a:off x="755576" y="1196975"/>
            <a:ext cx="7848600" cy="5386387"/>
          </a:xfrm>
        </p:spPr>
        <p:txBody>
          <a:bodyPr/>
          <a:lstStyle/>
          <a:p>
            <a:pPr eaLnBrk="1" hangingPunct="1">
              <a:lnSpc>
                <a:spcPct val="130000"/>
              </a:lnSpc>
              <a:buFontTx/>
              <a:buNone/>
            </a:pPr>
            <a:endParaRPr lang="en-US" altLang="zh-CN" sz="3600" b="1" dirty="0">
              <a:latin typeface="仿宋_GB2312" pitchFamily="49" charset="-122"/>
              <a:ea typeface="仿宋_GB2312" pitchFamily="49" charset="-122"/>
            </a:endParaRPr>
          </a:p>
          <a:p>
            <a:pPr eaLnBrk="1" hangingPunct="1">
              <a:lnSpc>
                <a:spcPct val="130000"/>
              </a:lnSpc>
              <a:buFontTx/>
              <a:buNone/>
            </a:pPr>
            <a:r>
              <a:rPr lang="zh-CN" altLang="en-US" sz="3600" b="1" dirty="0">
                <a:latin typeface="仿宋_GB2312" pitchFamily="49" charset="-122"/>
                <a:ea typeface="仿宋_GB2312" pitchFamily="49" charset="-122"/>
              </a:rPr>
              <a:t>              </a:t>
            </a:r>
            <a:r>
              <a:rPr lang="zh-CN" altLang="en-US" sz="3600" dirty="0">
                <a:solidFill>
                  <a:srgbClr val="C00000"/>
                </a:solidFill>
                <a:latin typeface="仿宋_GB2312" pitchFamily="49" charset="-122"/>
                <a:ea typeface="仿宋_GB2312" pitchFamily="49" charset="-122"/>
              </a:rPr>
              <a:t>什么是</a:t>
            </a:r>
            <a:r>
              <a:rPr lang="zh-CN" altLang="en-US" sz="3600" dirty="0">
                <a:solidFill>
                  <a:srgbClr val="C00000"/>
                </a:solidFill>
                <a:ea typeface="楷体_GB2312" pitchFamily="49" charset="-122"/>
              </a:rPr>
              <a:t>最优控制？</a:t>
            </a:r>
            <a:endParaRPr lang="zh-CN" altLang="en-US" sz="3600" dirty="0">
              <a:solidFill>
                <a:srgbClr val="C00000"/>
              </a:solidFill>
              <a:latin typeface="仿宋_GB2312" pitchFamily="49" charset="-122"/>
              <a:ea typeface="仿宋_GB2312" pitchFamily="49" charset="-122"/>
            </a:endParaRPr>
          </a:p>
          <a:p>
            <a:pPr marL="0" indent="0">
              <a:buNone/>
            </a:pPr>
            <a:r>
              <a:rPr lang="zh-CN" altLang="en-US" sz="2800" b="1" dirty="0">
                <a:ea typeface="新宋体" panose="02010609030101010101" pitchFamily="49" charset="-122"/>
              </a:rPr>
              <a:t>       </a:t>
            </a:r>
            <a:r>
              <a:rPr lang="zh-CN" altLang="en-US" sz="2800" dirty="0">
                <a:ea typeface="新宋体" panose="02010609030101010101" pitchFamily="49" charset="-122"/>
              </a:rPr>
              <a:t>所谓最优控制问题，就是在一切可能的控制方案中寻求</a:t>
            </a:r>
            <a:r>
              <a:rPr lang="zh-CN" altLang="en-US" sz="2800" dirty="0">
                <a:solidFill>
                  <a:srgbClr val="FF0000"/>
                </a:solidFill>
                <a:ea typeface="新宋体" panose="02010609030101010101" pitchFamily="49" charset="-122"/>
              </a:rPr>
              <a:t>最优控制方案</a:t>
            </a:r>
            <a:r>
              <a:rPr lang="zh-CN" altLang="en-US" sz="2800" dirty="0">
                <a:ea typeface="新宋体" panose="02010609030101010101" pitchFamily="49" charset="-122"/>
              </a:rPr>
              <a:t>或</a:t>
            </a:r>
            <a:r>
              <a:rPr lang="zh-CN" altLang="en-US" sz="2800" dirty="0">
                <a:solidFill>
                  <a:srgbClr val="FF0000"/>
                </a:solidFill>
                <a:ea typeface="新宋体" panose="02010609030101010101" pitchFamily="49" charset="-122"/>
              </a:rPr>
              <a:t>最优控制规律</a:t>
            </a:r>
            <a:r>
              <a:rPr lang="zh-CN" altLang="en-US" sz="2800" dirty="0">
                <a:ea typeface="新宋体" panose="02010609030101010101" pitchFamily="49" charset="-122"/>
              </a:rPr>
              <a:t>，使控制系统最优地达到预期的目标。</a:t>
            </a:r>
            <a:endParaRPr lang="en-US" altLang="zh-CN" sz="2800" dirty="0">
              <a:ea typeface="新宋体" panose="02010609030101010101" pitchFamily="49" charset="-122"/>
            </a:endParaRPr>
          </a:p>
          <a:p>
            <a:pPr marL="0" indent="0">
              <a:buNone/>
            </a:pPr>
            <a:r>
              <a:rPr lang="en-US" altLang="zh-CN" sz="2800" dirty="0">
                <a:ea typeface="新宋体" panose="02010609030101010101" pitchFamily="49" charset="-122"/>
              </a:rPr>
              <a:t>      </a:t>
            </a:r>
            <a:r>
              <a:rPr lang="zh-CN" altLang="en-US" sz="2800" dirty="0">
                <a:ea typeface="新宋体" panose="02010609030101010101" pitchFamily="49" charset="-122"/>
              </a:rPr>
              <a:t>随着航海、航天、导航和控制技术不断深入研究，系统的最优化问题已成为一个重要的问题。最优控制理论也取得了很大的进展</a:t>
            </a:r>
            <a:r>
              <a:rPr lang="en-US" altLang="zh-CN" sz="2800" dirty="0">
                <a:ea typeface="新宋体" panose="02010609030101010101" pitchFamily="49" charset="-122"/>
              </a:rPr>
              <a:t>,</a:t>
            </a:r>
            <a:r>
              <a:rPr lang="zh-CN" altLang="en-US" sz="2800" dirty="0">
                <a:ea typeface="新宋体" panose="02010609030101010101" pitchFamily="49" charset="-122"/>
              </a:rPr>
              <a:t>并成为现代控制理论的一个非常重要的分支。</a:t>
            </a:r>
          </a:p>
          <a:p>
            <a:pPr eaLnBrk="1" hangingPunct="1">
              <a:buFontTx/>
              <a:buNone/>
            </a:pPr>
            <a:endParaRPr lang="zh-CN" altLang="en-US" sz="2800" b="1" dirty="0">
              <a:latin typeface="仿宋_GB2312" pitchFamily="49" charset="-122"/>
              <a:ea typeface="新宋体" panose="02010609030101010101" pitchFamily="49" charset="-122"/>
            </a:endParaRPr>
          </a:p>
          <a:p>
            <a:pPr eaLnBrk="1" hangingPunct="1">
              <a:buFontTx/>
              <a:buNone/>
            </a:pPr>
            <a:endParaRPr lang="en-US" altLang="zh-CN" sz="2400" b="1" dirty="0">
              <a:latin typeface="仿宋_GB2312" pitchFamily="49" charset="-122"/>
              <a:ea typeface="仿宋_GB2312" pitchFamily="49" charset="-122"/>
            </a:endParaRPr>
          </a:p>
        </p:txBody>
      </p:sp>
      <p:sp>
        <p:nvSpPr>
          <p:cNvPr id="4" name="灯片编号占位符 4">
            <a:extLst>
              <a:ext uri="{FF2B5EF4-FFF2-40B4-BE49-F238E27FC236}">
                <a16:creationId xmlns:a16="http://schemas.microsoft.com/office/drawing/2014/main" id="{BB013B29-6F88-43A9-8155-EC52F20E3223}"/>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826AED6F-F481-4B40-B680-B997B55FC28D}" type="slidenum">
              <a:rPr lang="en-US" altLang="zh-CN" sz="1400">
                <a:ea typeface="宋体" panose="02010600030101010101" pitchFamily="2" charset="-122"/>
              </a:rPr>
              <a:pPr eaLnBrk="1" hangingPunct="1"/>
              <a:t>12</a:t>
            </a:fld>
            <a:endParaRPr lang="en-US" altLang="zh-CN" sz="1400">
              <a:ea typeface="宋体" panose="02010600030101010101" pitchFamily="2" charset="-122"/>
            </a:endParaRPr>
          </a:p>
        </p:txBody>
      </p:sp>
      <p:grpSp>
        <p:nvGrpSpPr>
          <p:cNvPr id="29700" name="标题 5">
            <a:extLst>
              <a:ext uri="{FF2B5EF4-FFF2-40B4-BE49-F238E27FC236}">
                <a16:creationId xmlns:a16="http://schemas.microsoft.com/office/drawing/2014/main" id="{A1026BD5-F798-4172-8ECA-66E20DAC8A15}"/>
              </a:ext>
            </a:extLst>
          </p:cNvPr>
          <p:cNvGrpSpPr>
            <a:grpSpLocks noGrp="1"/>
          </p:cNvGrpSpPr>
          <p:nvPr/>
        </p:nvGrpSpPr>
        <p:grpSpPr bwMode="auto">
          <a:xfrm>
            <a:off x="1907704" y="274638"/>
            <a:ext cx="5472112" cy="706437"/>
            <a:chOff x="1619250" y="1066800"/>
            <a:chExt cx="3744913" cy="604838"/>
          </a:xfrm>
        </p:grpSpPr>
        <p:sp>
          <p:nvSpPr>
            <p:cNvPr id="29701" name="AutoShape 62">
              <a:extLst>
                <a:ext uri="{FF2B5EF4-FFF2-40B4-BE49-F238E27FC236}">
                  <a16:creationId xmlns:a16="http://schemas.microsoft.com/office/drawing/2014/main" id="{E4CC5DBB-BB59-483A-9260-1FC253714EF1}"/>
                </a:ext>
              </a:extLst>
            </p:cNvPr>
            <p:cNvSpPr>
              <a:spLocks noChangeArrowheads="1"/>
            </p:cNvSpPr>
            <p:nvPr/>
          </p:nvSpPr>
          <p:spPr bwMode="auto">
            <a:xfrm>
              <a:off x="1692275" y="1095375"/>
              <a:ext cx="3671888" cy="576263"/>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9702" name="AutoShape 63">
              <a:extLst>
                <a:ext uri="{FF2B5EF4-FFF2-40B4-BE49-F238E27FC236}">
                  <a16:creationId xmlns:a16="http://schemas.microsoft.com/office/drawing/2014/main" id="{2FDCD952-A68E-4F61-BE2E-2A0AB00EFF14}"/>
                </a:ext>
              </a:extLst>
            </p:cNvPr>
            <p:cNvSpPr>
              <a:spLocks noChangeArrowheads="1"/>
            </p:cNvSpPr>
            <p:nvPr/>
          </p:nvSpPr>
          <p:spPr bwMode="auto">
            <a:xfrm>
              <a:off x="1619250" y="1066800"/>
              <a:ext cx="3673475" cy="576263"/>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9703" name="Text Box 64">
              <a:extLst>
                <a:ext uri="{FF2B5EF4-FFF2-40B4-BE49-F238E27FC236}">
                  <a16:creationId xmlns:a16="http://schemas.microsoft.com/office/drawing/2014/main" id="{A8938380-6898-4BBC-BF16-3E4FEAA6A9DE}"/>
                </a:ext>
              </a:extLst>
            </p:cNvPr>
            <p:cNvSpPr txBox="1">
              <a:spLocks noChangeArrowheads="1"/>
            </p:cNvSpPr>
            <p:nvPr/>
          </p:nvSpPr>
          <p:spPr bwMode="auto">
            <a:xfrm>
              <a:off x="1704975" y="1109663"/>
              <a:ext cx="3587750" cy="44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zh-CN" altLang="en-US" sz="2800">
                  <a:solidFill>
                    <a:schemeClr val="bg1"/>
                  </a:solidFill>
                </a:rPr>
                <a:t>第</a:t>
              </a:r>
              <a:r>
                <a:rPr lang="en-US" altLang="zh-CN" sz="2800">
                  <a:solidFill>
                    <a:schemeClr val="bg1"/>
                  </a:solidFill>
                </a:rPr>
                <a:t>1</a:t>
              </a:r>
              <a:r>
                <a:rPr lang="zh-CN" altLang="en-US" sz="2800">
                  <a:solidFill>
                    <a:schemeClr val="bg1"/>
                  </a:solidFill>
                </a:rPr>
                <a:t>章   绪论</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050A01F6-AAA5-4EB1-AE77-3A91AB0C5B4A}"/>
              </a:ext>
            </a:extLst>
          </p:cNvPr>
          <p:cNvSpPr>
            <a:spLocks noGrp="1" noChangeArrowheads="1"/>
          </p:cNvSpPr>
          <p:nvPr>
            <p:ph idx="1"/>
          </p:nvPr>
        </p:nvSpPr>
        <p:spPr>
          <a:xfrm>
            <a:off x="755576" y="1196975"/>
            <a:ext cx="7848600" cy="5386387"/>
          </a:xfrm>
        </p:spPr>
        <p:txBody>
          <a:bodyPr/>
          <a:lstStyle/>
          <a:p>
            <a:pPr eaLnBrk="1" hangingPunct="1">
              <a:lnSpc>
                <a:spcPct val="130000"/>
              </a:lnSpc>
              <a:buFontTx/>
              <a:buNone/>
            </a:pPr>
            <a:endParaRPr lang="en-US" altLang="zh-CN" sz="3600" b="1" dirty="0">
              <a:latin typeface="仿宋_GB2312" pitchFamily="49" charset="-122"/>
              <a:ea typeface="仿宋_GB2312" pitchFamily="49" charset="-122"/>
            </a:endParaRPr>
          </a:p>
          <a:p>
            <a:pPr marL="514350" indent="-514350">
              <a:buAutoNum type="arabicPeriod"/>
            </a:pPr>
            <a:r>
              <a:rPr lang="zh-CN" altLang="en-US" sz="2800" dirty="0">
                <a:ea typeface="新宋体" panose="02010609030101010101" pitchFamily="49" charset="-122"/>
              </a:rPr>
              <a:t>每堂课做好笔记！公式、推导比较多，不提供</a:t>
            </a:r>
            <a:r>
              <a:rPr lang="en-US" altLang="zh-CN" sz="2800" dirty="0">
                <a:ea typeface="新宋体" panose="02010609030101010101" pitchFamily="49" charset="-122"/>
              </a:rPr>
              <a:t>PPT</a:t>
            </a:r>
            <a:r>
              <a:rPr lang="zh-CN" altLang="en-US" sz="2800" dirty="0">
                <a:ea typeface="新宋体" panose="02010609030101010101" pitchFamily="49" charset="-122"/>
              </a:rPr>
              <a:t>，保证大家课堂上在做笔记，跟着老师的思路一起推导。笔记是最后复习考试的重要参考资料。</a:t>
            </a:r>
            <a:endParaRPr lang="en-US" altLang="zh-CN" sz="2800" dirty="0">
              <a:ea typeface="新宋体" panose="02010609030101010101" pitchFamily="49" charset="-122"/>
            </a:endParaRPr>
          </a:p>
          <a:p>
            <a:pPr marL="514350" indent="-514350">
              <a:buAutoNum type="arabicPeriod"/>
            </a:pPr>
            <a:r>
              <a:rPr lang="zh-CN" altLang="en-US" sz="2800" dirty="0">
                <a:ea typeface="新宋体" panose="02010609030101010101" pitchFamily="49" charset="-122"/>
              </a:rPr>
              <a:t>考试形式：半开卷，只允许带</a:t>
            </a:r>
            <a:r>
              <a:rPr lang="en-US" altLang="zh-CN" sz="2800" dirty="0">
                <a:ea typeface="新宋体" panose="02010609030101010101" pitchFamily="49" charset="-122"/>
              </a:rPr>
              <a:t>3</a:t>
            </a:r>
            <a:r>
              <a:rPr lang="zh-CN" altLang="en-US" sz="2800" dirty="0">
                <a:ea typeface="新宋体" panose="02010609030101010101" pitchFamily="49" charset="-122"/>
              </a:rPr>
              <a:t>张</a:t>
            </a:r>
            <a:r>
              <a:rPr lang="en-US" altLang="zh-CN" sz="2800" dirty="0">
                <a:ea typeface="新宋体" panose="02010609030101010101" pitchFamily="49" charset="-122"/>
              </a:rPr>
              <a:t>A4</a:t>
            </a:r>
            <a:r>
              <a:rPr lang="zh-CN" altLang="en-US" sz="2800" dirty="0">
                <a:ea typeface="新宋体" panose="02010609030101010101" pitchFamily="49" charset="-122"/>
              </a:rPr>
              <a:t>大小自抄公式。</a:t>
            </a:r>
            <a:endParaRPr lang="en-US" altLang="zh-CN" sz="2800" dirty="0">
              <a:ea typeface="新宋体" panose="02010609030101010101" pitchFamily="49" charset="-122"/>
            </a:endParaRPr>
          </a:p>
          <a:p>
            <a:pPr marL="514350" indent="-514350">
              <a:buAutoNum type="arabicPeriod"/>
            </a:pPr>
            <a:r>
              <a:rPr lang="zh-CN" altLang="en-US" sz="2800" dirty="0">
                <a:ea typeface="新宋体" panose="02010609030101010101" pitchFamily="49" charset="-122"/>
              </a:rPr>
              <a:t>平时课堂小作业、课后编程实践作业。</a:t>
            </a:r>
            <a:endParaRPr lang="en-US" altLang="zh-CN" sz="2800" dirty="0">
              <a:ea typeface="新宋体" panose="02010609030101010101" pitchFamily="49" charset="-122"/>
            </a:endParaRPr>
          </a:p>
          <a:p>
            <a:pPr marL="0" indent="0">
              <a:buNone/>
            </a:pPr>
            <a:r>
              <a:rPr lang="en-US" altLang="zh-CN" sz="2800" dirty="0">
                <a:ea typeface="新宋体" panose="02010609030101010101" pitchFamily="49" charset="-122"/>
              </a:rPr>
              <a:t>      </a:t>
            </a:r>
            <a:endParaRPr lang="zh-CN" altLang="en-US" sz="2800" b="1" dirty="0">
              <a:latin typeface="仿宋_GB2312" pitchFamily="49" charset="-122"/>
              <a:ea typeface="新宋体" panose="02010609030101010101" pitchFamily="49" charset="-122"/>
            </a:endParaRPr>
          </a:p>
          <a:p>
            <a:pPr eaLnBrk="1" hangingPunct="1">
              <a:buFontTx/>
              <a:buNone/>
            </a:pPr>
            <a:endParaRPr lang="en-US" altLang="zh-CN" sz="2400" b="1" dirty="0">
              <a:latin typeface="仿宋_GB2312" pitchFamily="49" charset="-122"/>
              <a:ea typeface="仿宋_GB2312" pitchFamily="49" charset="-122"/>
            </a:endParaRPr>
          </a:p>
        </p:txBody>
      </p:sp>
      <p:sp>
        <p:nvSpPr>
          <p:cNvPr id="4" name="灯片编号占位符 4">
            <a:extLst>
              <a:ext uri="{FF2B5EF4-FFF2-40B4-BE49-F238E27FC236}">
                <a16:creationId xmlns:a16="http://schemas.microsoft.com/office/drawing/2014/main" id="{BB013B29-6F88-43A9-8155-EC52F20E3223}"/>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826AED6F-F481-4B40-B680-B997B55FC28D}" type="slidenum">
              <a:rPr lang="en-US" altLang="zh-CN" sz="1400">
                <a:ea typeface="宋体" panose="02010600030101010101" pitchFamily="2" charset="-122"/>
              </a:rPr>
              <a:pPr eaLnBrk="1" hangingPunct="1"/>
              <a:t>13</a:t>
            </a:fld>
            <a:endParaRPr lang="en-US" altLang="zh-CN" sz="1400">
              <a:ea typeface="宋体" panose="02010600030101010101" pitchFamily="2" charset="-122"/>
            </a:endParaRPr>
          </a:p>
        </p:txBody>
      </p:sp>
      <p:grpSp>
        <p:nvGrpSpPr>
          <p:cNvPr id="29700" name="标题 5">
            <a:extLst>
              <a:ext uri="{FF2B5EF4-FFF2-40B4-BE49-F238E27FC236}">
                <a16:creationId xmlns:a16="http://schemas.microsoft.com/office/drawing/2014/main" id="{A1026BD5-F798-4172-8ECA-66E20DAC8A15}"/>
              </a:ext>
            </a:extLst>
          </p:cNvPr>
          <p:cNvGrpSpPr>
            <a:grpSpLocks noGrp="1"/>
          </p:cNvGrpSpPr>
          <p:nvPr/>
        </p:nvGrpSpPr>
        <p:grpSpPr bwMode="auto">
          <a:xfrm>
            <a:off x="1907704" y="274638"/>
            <a:ext cx="5472112" cy="706437"/>
            <a:chOff x="1619250" y="1066800"/>
            <a:chExt cx="3744913" cy="604838"/>
          </a:xfrm>
        </p:grpSpPr>
        <p:sp>
          <p:nvSpPr>
            <p:cNvPr id="29701" name="AutoShape 62">
              <a:extLst>
                <a:ext uri="{FF2B5EF4-FFF2-40B4-BE49-F238E27FC236}">
                  <a16:creationId xmlns:a16="http://schemas.microsoft.com/office/drawing/2014/main" id="{E4CC5DBB-BB59-483A-9260-1FC253714EF1}"/>
                </a:ext>
              </a:extLst>
            </p:cNvPr>
            <p:cNvSpPr>
              <a:spLocks noChangeArrowheads="1"/>
            </p:cNvSpPr>
            <p:nvPr/>
          </p:nvSpPr>
          <p:spPr bwMode="auto">
            <a:xfrm>
              <a:off x="1692275" y="1095375"/>
              <a:ext cx="3671888" cy="576263"/>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9702" name="AutoShape 63">
              <a:extLst>
                <a:ext uri="{FF2B5EF4-FFF2-40B4-BE49-F238E27FC236}">
                  <a16:creationId xmlns:a16="http://schemas.microsoft.com/office/drawing/2014/main" id="{2FDCD952-A68E-4F61-BE2E-2A0AB00EFF14}"/>
                </a:ext>
              </a:extLst>
            </p:cNvPr>
            <p:cNvSpPr>
              <a:spLocks noChangeArrowheads="1"/>
            </p:cNvSpPr>
            <p:nvPr/>
          </p:nvSpPr>
          <p:spPr bwMode="auto">
            <a:xfrm>
              <a:off x="1619250" y="1066800"/>
              <a:ext cx="3673475" cy="576263"/>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29703" name="Text Box 64">
              <a:extLst>
                <a:ext uri="{FF2B5EF4-FFF2-40B4-BE49-F238E27FC236}">
                  <a16:creationId xmlns:a16="http://schemas.microsoft.com/office/drawing/2014/main" id="{A8938380-6898-4BBC-BF16-3E4FEAA6A9DE}"/>
                </a:ext>
              </a:extLst>
            </p:cNvPr>
            <p:cNvSpPr txBox="1">
              <a:spLocks noChangeArrowheads="1"/>
            </p:cNvSpPr>
            <p:nvPr/>
          </p:nvSpPr>
          <p:spPr bwMode="auto">
            <a:xfrm>
              <a:off x="1704975" y="1109663"/>
              <a:ext cx="3587750" cy="44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zh-CN" altLang="en-US" sz="2800" dirty="0">
                  <a:solidFill>
                    <a:schemeClr val="bg1"/>
                  </a:solidFill>
                </a:rPr>
                <a:t>学习该门课程的注意事项</a:t>
              </a:r>
            </a:p>
          </p:txBody>
        </p:sp>
      </p:grpSp>
    </p:spTree>
    <p:extLst>
      <p:ext uri="{BB962C8B-B14F-4D97-AF65-F5344CB8AC3E}">
        <p14:creationId xmlns:p14="http://schemas.microsoft.com/office/powerpoint/2010/main" val="1168248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54" name="Rectangle 50">
            <a:extLst>
              <a:ext uri="{FF2B5EF4-FFF2-40B4-BE49-F238E27FC236}">
                <a16:creationId xmlns:a16="http://schemas.microsoft.com/office/drawing/2014/main" id="{3C81FB54-C8C3-4B24-AFEF-99C274456C56}"/>
              </a:ext>
            </a:extLst>
          </p:cNvPr>
          <p:cNvSpPr>
            <a:spLocks noChangeArrowheads="1"/>
          </p:cNvSpPr>
          <p:nvPr/>
        </p:nvSpPr>
        <p:spPr bwMode="auto">
          <a:xfrm>
            <a:off x="899592" y="2852738"/>
            <a:ext cx="6552728"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algn="l" eaLnBrk="1" hangingPunct="1">
              <a:spcBef>
                <a:spcPct val="20000"/>
              </a:spcBef>
              <a:spcAft>
                <a:spcPct val="40000"/>
              </a:spcAft>
            </a:pPr>
            <a:r>
              <a:rPr lang="en-US" altLang="zh-CN" sz="2800" dirty="0"/>
              <a:t>      1.1 </a:t>
            </a:r>
            <a:r>
              <a:rPr lang="zh-CN" altLang="en-US" sz="2800" dirty="0"/>
              <a:t>最优控制问题的提法</a:t>
            </a:r>
            <a:endParaRPr lang="en-US" altLang="zh-CN" sz="2800" dirty="0"/>
          </a:p>
          <a:p>
            <a:pPr algn="l" eaLnBrk="1" hangingPunct="1">
              <a:spcBef>
                <a:spcPct val="20000"/>
              </a:spcBef>
              <a:spcAft>
                <a:spcPct val="40000"/>
              </a:spcAft>
            </a:pPr>
            <a:r>
              <a:rPr lang="en-US" altLang="zh-CN" sz="2800" dirty="0"/>
              <a:t>      1.2 </a:t>
            </a:r>
            <a:r>
              <a:rPr lang="zh-CN" altLang="en-US" sz="2800" dirty="0"/>
              <a:t>最优控制问题的分类及求解方法</a:t>
            </a:r>
          </a:p>
        </p:txBody>
      </p:sp>
      <p:grpSp>
        <p:nvGrpSpPr>
          <p:cNvPr id="30723" name="组合 12">
            <a:extLst>
              <a:ext uri="{FF2B5EF4-FFF2-40B4-BE49-F238E27FC236}">
                <a16:creationId xmlns:a16="http://schemas.microsoft.com/office/drawing/2014/main" id="{39C02117-481A-45E6-98A1-3A4FC3D9FAE9}"/>
              </a:ext>
            </a:extLst>
          </p:cNvPr>
          <p:cNvGrpSpPr>
            <a:grpSpLocks/>
          </p:cNvGrpSpPr>
          <p:nvPr/>
        </p:nvGrpSpPr>
        <p:grpSpPr bwMode="auto">
          <a:xfrm>
            <a:off x="1619250" y="1066800"/>
            <a:ext cx="3744913" cy="604838"/>
            <a:chOff x="1619250" y="1066800"/>
            <a:chExt cx="3744913" cy="604838"/>
          </a:xfrm>
        </p:grpSpPr>
        <p:sp>
          <p:nvSpPr>
            <p:cNvPr id="30724" name="AutoShape 62">
              <a:extLst>
                <a:ext uri="{FF2B5EF4-FFF2-40B4-BE49-F238E27FC236}">
                  <a16:creationId xmlns:a16="http://schemas.microsoft.com/office/drawing/2014/main" id="{8C19CC62-F517-4D03-8F71-A840C42E3CC9}"/>
                </a:ext>
              </a:extLst>
            </p:cNvPr>
            <p:cNvSpPr>
              <a:spLocks noChangeArrowheads="1"/>
            </p:cNvSpPr>
            <p:nvPr/>
          </p:nvSpPr>
          <p:spPr bwMode="auto">
            <a:xfrm>
              <a:off x="1692275" y="1095375"/>
              <a:ext cx="3671888" cy="576263"/>
            </a:xfrm>
            <a:prstGeom prst="roundRect">
              <a:avLst>
                <a:gd name="adj" fmla="val 16667"/>
              </a:avLst>
            </a:prstGeom>
            <a:solidFill>
              <a:srgbClr val="135472"/>
            </a:solidFill>
            <a:ln w="9525">
              <a:solidFill>
                <a:schemeClr val="tx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30725" name="AutoShape 63">
              <a:extLst>
                <a:ext uri="{FF2B5EF4-FFF2-40B4-BE49-F238E27FC236}">
                  <a16:creationId xmlns:a16="http://schemas.microsoft.com/office/drawing/2014/main" id="{6F4BCCF2-0E5A-470D-8AAF-0E8B315DF2A7}"/>
                </a:ext>
              </a:extLst>
            </p:cNvPr>
            <p:cNvSpPr>
              <a:spLocks noChangeArrowheads="1"/>
            </p:cNvSpPr>
            <p:nvPr/>
          </p:nvSpPr>
          <p:spPr bwMode="auto">
            <a:xfrm>
              <a:off x="1619250" y="1066800"/>
              <a:ext cx="3673475" cy="576263"/>
            </a:xfrm>
            <a:prstGeom prst="roundRect">
              <a:avLst>
                <a:gd name="adj" fmla="val 16667"/>
              </a:avLst>
            </a:prstGeom>
            <a:solidFill>
              <a:srgbClr val="135472"/>
            </a:solidFill>
            <a:ln w="9525">
              <a:solidFill>
                <a:schemeClr val="bg1"/>
              </a:solidFill>
              <a:round/>
              <a:headEnd/>
              <a:tailEnd/>
            </a:ln>
          </p:spPr>
          <p:txBody>
            <a:bodyPr wrap="none" anchor="ct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zh-CN"/>
            </a:p>
          </p:txBody>
        </p:sp>
        <p:sp>
          <p:nvSpPr>
            <p:cNvPr id="30726" name="Text Box 64">
              <a:extLst>
                <a:ext uri="{FF2B5EF4-FFF2-40B4-BE49-F238E27FC236}">
                  <a16:creationId xmlns:a16="http://schemas.microsoft.com/office/drawing/2014/main" id="{7D820CBC-D158-4434-89CD-6BA4F168F09D}"/>
                </a:ext>
              </a:extLst>
            </p:cNvPr>
            <p:cNvSpPr txBox="1">
              <a:spLocks noChangeArrowheads="1"/>
            </p:cNvSpPr>
            <p:nvPr/>
          </p:nvSpPr>
          <p:spPr bwMode="auto">
            <a:xfrm>
              <a:off x="1704975" y="1109663"/>
              <a:ext cx="3587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r>
                <a:rPr lang="zh-CN" altLang="en-US" sz="2800">
                  <a:solidFill>
                    <a:schemeClr val="bg1"/>
                  </a:solidFill>
                </a:rPr>
                <a:t>第</a:t>
              </a:r>
              <a:r>
                <a:rPr lang="en-US" altLang="zh-CN" sz="2800">
                  <a:solidFill>
                    <a:schemeClr val="bg1"/>
                  </a:solidFill>
                </a:rPr>
                <a:t>1</a:t>
              </a:r>
              <a:r>
                <a:rPr lang="zh-CN" altLang="en-US" sz="2800">
                  <a:solidFill>
                    <a:schemeClr val="bg1"/>
                  </a:solidFill>
                </a:rPr>
                <a:t>章   绪论</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2754">
                                            <p:txEl>
                                              <p:pRg st="0" end="0"/>
                                            </p:txEl>
                                          </p:spTgt>
                                        </p:tgtEl>
                                        <p:attrNameLst>
                                          <p:attrName>style.visibility</p:attrName>
                                        </p:attrNameLst>
                                      </p:cBhvr>
                                      <p:to>
                                        <p:strVal val="visible"/>
                                      </p:to>
                                    </p:set>
                                    <p:animEffect transition="in" filter="slide(fromBottom)">
                                      <p:cBhvr>
                                        <p:cTn id="7" dur="2000"/>
                                        <p:tgtEl>
                                          <p:spTgt spid="727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2754">
                                            <p:txEl>
                                              <p:pRg st="1" end="1"/>
                                            </p:txEl>
                                          </p:spTgt>
                                        </p:tgtEl>
                                        <p:attrNameLst>
                                          <p:attrName>style.visibility</p:attrName>
                                        </p:attrNameLst>
                                      </p:cBhvr>
                                      <p:to>
                                        <p:strVal val="visible"/>
                                      </p:to>
                                    </p:set>
                                    <p:animEffect transition="in" filter="slide(fromBottom)">
                                      <p:cBhvr>
                                        <p:cTn id="12" dur="2000"/>
                                        <p:tgtEl>
                                          <p:spTgt spid="727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5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96" name="Text Box 16">
            <a:extLst>
              <a:ext uri="{FF2B5EF4-FFF2-40B4-BE49-F238E27FC236}">
                <a16:creationId xmlns:a16="http://schemas.microsoft.com/office/drawing/2014/main" id="{2017F4F9-40E5-4945-B212-25108DA41451}"/>
              </a:ext>
            </a:extLst>
          </p:cNvPr>
          <p:cNvSpPr txBox="1">
            <a:spLocks noChangeArrowheads="1"/>
          </p:cNvSpPr>
          <p:nvPr/>
        </p:nvSpPr>
        <p:spPr bwMode="auto">
          <a:xfrm>
            <a:off x="1331860" y="476672"/>
            <a:ext cx="604845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r>
              <a:rPr lang="en-US" altLang="zh-CN" sz="4400" dirty="0">
                <a:solidFill>
                  <a:schemeClr val="hlink"/>
                </a:solidFill>
              </a:rPr>
              <a:t>1.1</a:t>
            </a:r>
            <a:r>
              <a:rPr lang="zh-CN" altLang="en-US" sz="4400"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8497" name="Text Box 17">
                <a:extLst>
                  <a:ext uri="{FF2B5EF4-FFF2-40B4-BE49-F238E27FC236}">
                    <a16:creationId xmlns:a16="http://schemas.microsoft.com/office/drawing/2014/main" id="{C085EE47-B4CE-42B5-89F5-4FFBB97C9CC1}"/>
                  </a:ext>
                </a:extLst>
              </p:cNvPr>
              <p:cNvSpPr txBox="1">
                <a:spLocks noChangeArrowheads="1"/>
              </p:cNvSpPr>
              <p:nvPr/>
            </p:nvSpPr>
            <p:spPr bwMode="auto">
              <a:xfrm>
                <a:off x="755650" y="1700213"/>
                <a:ext cx="7416800" cy="2862262"/>
              </a:xfrm>
              <a:prstGeom prst="rect">
                <a:avLst/>
              </a:prstGeom>
              <a:noFill/>
              <a:ln w="12700">
                <a:noFill/>
                <a:miter lim="800000"/>
                <a:headEnd type="none" w="sm" len="sm"/>
                <a:tailEnd type="none" w="sm" len="sm"/>
              </a:ln>
              <a:effectLst/>
            </p:spPr>
            <p:txBody>
              <a:bodyPr>
                <a:spAutoFit/>
              </a:bodyPr>
              <a:lstStyle/>
              <a:p>
                <a:pPr algn="just" eaLnBrk="0" hangingPunct="0">
                  <a:lnSpc>
                    <a:spcPct val="150000"/>
                  </a:lnSpc>
                  <a:defRPr/>
                </a:pPr>
                <a:r>
                  <a:rPr lang="zh-CN" altLang="en-US" sz="2400" dirty="0">
                    <a:solidFill>
                      <a:srgbClr val="A50021"/>
                    </a:solidFill>
                    <a:latin typeface="Arial" charset="0"/>
                    <a:ea typeface="黑体" pitchFamily="2" charset="-122"/>
                  </a:rPr>
                  <a:t>例</a:t>
                </a:r>
                <a:r>
                  <a:rPr lang="en-US" altLang="zh-CN" sz="2400" dirty="0">
                    <a:solidFill>
                      <a:srgbClr val="A50021"/>
                    </a:solidFill>
                    <a:latin typeface="Arial" charset="0"/>
                    <a:ea typeface="黑体" pitchFamily="2" charset="-122"/>
                  </a:rPr>
                  <a:t>1</a:t>
                </a:r>
                <a:r>
                  <a:rPr lang="en-US" altLang="zh-CN" sz="2400" dirty="0">
                    <a:latin typeface="Arial" charset="0"/>
                    <a:ea typeface="黑体" pitchFamily="2" charset="-122"/>
                  </a:rPr>
                  <a:t>  </a:t>
                </a:r>
                <a:r>
                  <a:rPr lang="zh-CN" altLang="en-US" sz="2400" dirty="0">
                    <a:latin typeface="+mn-ea"/>
                    <a:ea typeface="+mn-ea"/>
                  </a:rPr>
                  <a:t>重物提升问题 质量为</a:t>
                </a:r>
                <a14:m>
                  <m:oMath xmlns:m="http://schemas.openxmlformats.org/officeDocument/2006/math">
                    <m:r>
                      <a:rPr lang="en-US" altLang="zh-CN" sz="2400" b="0" i="1" smtClean="0">
                        <a:latin typeface="Cambria Math" panose="02040503050406030204" pitchFamily="18" charset="0"/>
                        <a:ea typeface="+mn-ea"/>
                      </a:rPr>
                      <m:t>𝑀</m:t>
                    </m:r>
                  </m:oMath>
                </a14:m>
                <a:r>
                  <a:rPr lang="zh-CN" altLang="en-US" sz="2400" dirty="0">
                    <a:latin typeface="+mn-ea"/>
                    <a:ea typeface="+mn-ea"/>
                  </a:rPr>
                  <a:t>的物体，在力</a:t>
                </a:r>
                <a14:m>
                  <m:oMath xmlns:m="http://schemas.openxmlformats.org/officeDocument/2006/math">
                    <m:r>
                      <a:rPr lang="en-US" altLang="zh-CN" sz="2400" b="0" i="1" smtClean="0">
                        <a:latin typeface="Cambria Math" panose="02040503050406030204" pitchFamily="18" charset="0"/>
                        <a:ea typeface="+mn-ea"/>
                      </a:rPr>
                      <m:t>𝑢</m:t>
                    </m:r>
                    <m:r>
                      <a:rPr lang="en-US" altLang="zh-CN" sz="2400" b="0" i="1" smtClean="0">
                        <a:latin typeface="Cambria Math" panose="02040503050406030204" pitchFamily="18" charset="0"/>
                        <a:ea typeface="+mn-ea"/>
                      </a:rPr>
                      <m:t>(</m:t>
                    </m:r>
                    <m:r>
                      <a:rPr lang="en-US" altLang="zh-CN" sz="2400" b="0" i="1" smtClean="0">
                        <a:latin typeface="Cambria Math" panose="02040503050406030204" pitchFamily="18" charset="0"/>
                        <a:ea typeface="+mn-ea"/>
                      </a:rPr>
                      <m:t>𝑡</m:t>
                    </m:r>
                    <m:r>
                      <a:rPr lang="en-US" altLang="zh-CN" sz="2400" b="0" i="1" smtClean="0">
                        <a:latin typeface="Cambria Math" panose="02040503050406030204" pitchFamily="18" charset="0"/>
                        <a:ea typeface="+mn-ea"/>
                      </a:rPr>
                      <m:t>)</m:t>
                    </m:r>
                  </m:oMath>
                </a14:m>
                <a:r>
                  <a:rPr lang="zh-CN" altLang="en-US" sz="2400" dirty="0">
                    <a:latin typeface="+mn-ea"/>
                    <a:ea typeface="+mn-ea"/>
                  </a:rPr>
                  <a:t>的作用下，作垂直升降运动，设</a:t>
                </a:r>
                <a14:m>
                  <m:oMath xmlns:m="http://schemas.openxmlformats.org/officeDocument/2006/math">
                    <m:r>
                      <a:rPr lang="en-US" altLang="zh-CN" sz="2400" i="1" dirty="0" smtClean="0">
                        <a:latin typeface="Cambria Math" panose="02040503050406030204" pitchFamily="18" charset="0"/>
                        <a:ea typeface="+mn-ea"/>
                      </a:rPr>
                      <m:t>|</m:t>
                    </m:r>
                    <m:r>
                      <a:rPr lang="en-US" altLang="zh-CN" sz="2400" i="1" dirty="0" smtClean="0">
                        <a:latin typeface="Cambria Math" panose="02040503050406030204" pitchFamily="18" charset="0"/>
                        <a:ea typeface="+mn-ea"/>
                      </a:rPr>
                      <m:t>𝑢</m:t>
                    </m:r>
                    <m:r>
                      <a:rPr lang="en-US" altLang="zh-CN" sz="2400" i="1" dirty="0" smtClean="0">
                        <a:latin typeface="Cambria Math" panose="02040503050406030204" pitchFamily="18" charset="0"/>
                        <a:ea typeface="+mn-ea"/>
                      </a:rPr>
                      <m:t>(</m:t>
                    </m:r>
                    <m:r>
                      <a:rPr lang="en-US" altLang="zh-CN" sz="2400" i="1" dirty="0" smtClean="0">
                        <a:latin typeface="Cambria Math" panose="02040503050406030204" pitchFamily="18" charset="0"/>
                        <a:ea typeface="+mn-ea"/>
                      </a:rPr>
                      <m:t>𝑡</m:t>
                    </m:r>
                    <m:r>
                      <a:rPr lang="en-US" altLang="zh-CN" sz="2400" i="1" dirty="0" smtClean="0">
                        <a:latin typeface="Cambria Math" panose="02040503050406030204" pitchFamily="18" charset="0"/>
                        <a:ea typeface="+mn-ea"/>
                      </a:rPr>
                      <m:t>)|&lt;=</m:t>
                    </m:r>
                    <m:r>
                      <a:rPr lang="en-US" altLang="zh-CN" sz="2400" i="1" dirty="0" smtClean="0">
                        <a:latin typeface="Cambria Math" panose="02040503050406030204" pitchFamily="18" charset="0"/>
                        <a:ea typeface="+mn-ea"/>
                      </a:rPr>
                      <m:t>𝑘</m:t>
                    </m:r>
                  </m:oMath>
                </a14:m>
                <a:r>
                  <a:rPr lang="en-US" altLang="zh-CN" sz="2400" dirty="0">
                    <a:latin typeface="+mn-ea"/>
                    <a:ea typeface="+mn-ea"/>
                  </a:rPr>
                  <a:t>, </a:t>
                </a:r>
                <a14:m>
                  <m:oMath xmlns:m="http://schemas.openxmlformats.org/officeDocument/2006/math">
                    <m:r>
                      <a:rPr lang="en-US" altLang="zh-CN" sz="2400" i="1" dirty="0" smtClean="0">
                        <a:latin typeface="Cambria Math" panose="02040503050406030204" pitchFamily="18" charset="0"/>
                        <a:ea typeface="+mn-ea"/>
                      </a:rPr>
                      <m:t>𝑘</m:t>
                    </m:r>
                  </m:oMath>
                </a14:m>
                <a:r>
                  <a:rPr lang="zh-CN" altLang="en-US" sz="2400" dirty="0">
                    <a:latin typeface="+mn-ea"/>
                    <a:ea typeface="+mn-ea"/>
                  </a:rPr>
                  <a:t>为常数，设物体初始离地面高度为</a:t>
                </a:r>
                <a14:m>
                  <m:oMath xmlns:m="http://schemas.openxmlformats.org/officeDocument/2006/math">
                    <m:r>
                      <a:rPr lang="en-US" altLang="zh-CN" sz="2400" i="1" dirty="0" smtClean="0">
                        <a:latin typeface="Cambria Math" panose="02040503050406030204" pitchFamily="18" charset="0"/>
                        <a:ea typeface="+mn-ea"/>
                      </a:rPr>
                      <m:t>𝑥</m:t>
                    </m:r>
                    <m:r>
                      <a:rPr lang="en-US" altLang="zh-CN" sz="2400" i="1" dirty="0" smtClean="0">
                        <a:latin typeface="Cambria Math" panose="02040503050406030204" pitchFamily="18" charset="0"/>
                        <a:ea typeface="+mn-ea"/>
                      </a:rPr>
                      <m:t>(</m:t>
                    </m:r>
                    <m:r>
                      <a:rPr lang="en-US" altLang="zh-CN" sz="2400" i="1" dirty="0" smtClean="0">
                        <a:latin typeface="Cambria Math" panose="02040503050406030204" pitchFamily="18" charset="0"/>
                        <a:ea typeface="+mn-ea"/>
                      </a:rPr>
                      <m:t>𝑡</m:t>
                    </m:r>
                    <m:r>
                      <a:rPr lang="en-US" altLang="zh-CN" sz="2400" i="1" baseline="-25000" dirty="0">
                        <a:latin typeface="Cambria Math" panose="02040503050406030204" pitchFamily="18" charset="0"/>
                        <a:ea typeface="+mn-ea"/>
                      </a:rPr>
                      <m:t>0</m:t>
                    </m:r>
                    <m:r>
                      <a:rPr lang="en-US" altLang="zh-CN" sz="2400" i="1" dirty="0">
                        <a:latin typeface="Cambria Math" panose="02040503050406030204" pitchFamily="18" charset="0"/>
                        <a:ea typeface="+mn-ea"/>
                      </a:rPr>
                      <m:t>)</m:t>
                    </m:r>
                  </m:oMath>
                </a14:m>
                <a:r>
                  <a:rPr lang="zh-CN" altLang="en-US" sz="2400" dirty="0">
                    <a:latin typeface="+mn-ea"/>
                    <a:ea typeface="+mn-ea"/>
                  </a:rPr>
                  <a:t>，初速度为</a:t>
                </a:r>
                <a14:m>
                  <m:oMath xmlns:m="http://schemas.openxmlformats.org/officeDocument/2006/math">
                    <m:acc>
                      <m:accPr>
                        <m:chr m:val="̇"/>
                        <m:ctrlPr>
                          <a:rPr lang="en-US" altLang="zh-CN" sz="2400" i="1" dirty="0" smtClean="0">
                            <a:latin typeface="Cambria Math" panose="02040503050406030204" pitchFamily="18" charset="0"/>
                            <a:ea typeface="+mn-ea"/>
                          </a:rPr>
                        </m:ctrlPr>
                      </m:accPr>
                      <m:e>
                        <m:r>
                          <a:rPr lang="en-US" altLang="zh-CN" sz="2400" b="0" i="1" dirty="0" smtClean="0">
                            <a:latin typeface="Cambria Math" panose="02040503050406030204" pitchFamily="18" charset="0"/>
                            <a:ea typeface="+mn-ea"/>
                          </a:rPr>
                          <m:t>𝑥</m:t>
                        </m:r>
                      </m:e>
                    </m:acc>
                    <m:r>
                      <a:rPr lang="en-US" altLang="zh-CN" sz="2400" i="1" dirty="0" smtClean="0">
                        <a:latin typeface="Cambria Math" panose="02040503050406030204" pitchFamily="18" charset="0"/>
                        <a:ea typeface="+mn-ea"/>
                      </a:rPr>
                      <m:t>(</m:t>
                    </m:r>
                    <m:r>
                      <a:rPr lang="en-US" altLang="zh-CN" sz="2400" i="1" dirty="0" smtClean="0">
                        <a:latin typeface="Cambria Math" panose="02040503050406030204" pitchFamily="18" charset="0"/>
                        <a:ea typeface="+mn-ea"/>
                      </a:rPr>
                      <m:t>𝑡</m:t>
                    </m:r>
                    <m:r>
                      <a:rPr lang="en-US" altLang="zh-CN" sz="2400" i="1" baseline="-25000" dirty="0" smtClean="0">
                        <a:latin typeface="Cambria Math" panose="02040503050406030204" pitchFamily="18" charset="0"/>
                        <a:ea typeface="+mn-ea"/>
                      </a:rPr>
                      <m:t>0</m:t>
                    </m:r>
                    <m:r>
                      <a:rPr lang="en-US" altLang="zh-CN" sz="2400" i="1" dirty="0" smtClean="0">
                        <a:latin typeface="Cambria Math" panose="02040503050406030204" pitchFamily="18" charset="0"/>
                        <a:ea typeface="+mn-ea"/>
                      </a:rPr>
                      <m:t>) </m:t>
                    </m:r>
                  </m:oMath>
                </a14:m>
                <a:r>
                  <a:rPr lang="zh-CN" altLang="en-US" sz="2400" dirty="0">
                    <a:latin typeface="+mn-ea"/>
                    <a:ea typeface="+mn-ea"/>
                  </a:rPr>
                  <a:t>。要求寻找作用力</a:t>
                </a:r>
                <a14:m>
                  <m:oMath xmlns:m="http://schemas.openxmlformats.org/officeDocument/2006/math">
                    <m:r>
                      <a:rPr lang="en-US" altLang="zh-CN" sz="2400" i="1" dirty="0" smtClean="0">
                        <a:latin typeface="Cambria Math" panose="02040503050406030204" pitchFamily="18" charset="0"/>
                        <a:ea typeface="+mn-ea"/>
                      </a:rPr>
                      <m:t>𝑢</m:t>
                    </m:r>
                    <m:r>
                      <a:rPr lang="en-US" altLang="zh-CN" sz="2400" i="1" dirty="0" smtClean="0">
                        <a:latin typeface="Cambria Math" panose="02040503050406030204" pitchFamily="18" charset="0"/>
                        <a:ea typeface="+mn-ea"/>
                      </a:rPr>
                      <m:t>(</m:t>
                    </m:r>
                    <m:r>
                      <a:rPr lang="en-US" altLang="zh-CN" sz="2400" i="1" dirty="0" smtClean="0">
                        <a:latin typeface="Cambria Math" panose="02040503050406030204" pitchFamily="18" charset="0"/>
                        <a:ea typeface="+mn-ea"/>
                      </a:rPr>
                      <m:t>𝑡</m:t>
                    </m:r>
                    <m:r>
                      <a:rPr lang="en-US" altLang="zh-CN" sz="2400" i="1" dirty="0" smtClean="0">
                        <a:latin typeface="Cambria Math" panose="02040503050406030204" pitchFamily="18" charset="0"/>
                        <a:ea typeface="+mn-ea"/>
                      </a:rPr>
                      <m:t>)</m:t>
                    </m:r>
                  </m:oMath>
                </a14:m>
                <a:r>
                  <a:rPr lang="zh-CN" altLang="en-US" sz="2400" dirty="0">
                    <a:latin typeface="+mn-ea"/>
                    <a:ea typeface="+mn-ea"/>
                  </a:rPr>
                  <a:t>，使</a:t>
                </a:r>
                <a14:m>
                  <m:oMath xmlns:m="http://schemas.openxmlformats.org/officeDocument/2006/math">
                    <m:r>
                      <a:rPr lang="en-US" altLang="zh-CN" sz="2400" i="1" dirty="0" smtClean="0">
                        <a:latin typeface="Cambria Math" panose="02040503050406030204" pitchFamily="18" charset="0"/>
                        <a:ea typeface="+mn-ea"/>
                      </a:rPr>
                      <m:t>𝑀</m:t>
                    </m:r>
                  </m:oMath>
                </a14:m>
                <a:r>
                  <a:rPr lang="zh-CN" altLang="en-US" sz="2400" dirty="0">
                    <a:latin typeface="+mn-ea"/>
                    <a:ea typeface="+mn-ea"/>
                  </a:rPr>
                  <a:t>最快到达地面，且到达地面时速度为零。</a:t>
                </a:r>
                <a:endParaRPr lang="zh-CN" altLang="en-US" sz="2400" dirty="0">
                  <a:solidFill>
                    <a:schemeClr val="bg2"/>
                  </a:solidFill>
                  <a:latin typeface="+mn-ea"/>
                  <a:ea typeface="+mn-ea"/>
                </a:endParaRPr>
              </a:p>
            </p:txBody>
          </p:sp>
        </mc:Choice>
        <mc:Fallback xmlns="">
          <p:sp>
            <p:nvSpPr>
              <p:cNvPr id="148497" name="Text Box 17">
                <a:extLst>
                  <a:ext uri="{FF2B5EF4-FFF2-40B4-BE49-F238E27FC236}">
                    <a16:creationId xmlns:a16="http://schemas.microsoft.com/office/drawing/2014/main" id="{C085EE47-B4CE-42B5-89F5-4FFBB97C9CC1}"/>
                  </a:ext>
                </a:extLst>
              </p:cNvPr>
              <p:cNvSpPr txBox="1">
                <a:spLocks noRot="1" noChangeAspect="1" noMove="1" noResize="1" noEditPoints="1" noAdjustHandles="1" noChangeArrowheads="1" noChangeShapeType="1" noTextEdit="1"/>
              </p:cNvSpPr>
              <p:nvPr/>
            </p:nvSpPr>
            <p:spPr bwMode="auto">
              <a:xfrm>
                <a:off x="755650" y="1700213"/>
                <a:ext cx="7416800" cy="2862262"/>
              </a:xfrm>
              <a:prstGeom prst="rect">
                <a:avLst/>
              </a:prstGeom>
              <a:blipFill>
                <a:blip r:embed="rId2"/>
                <a:stretch>
                  <a:fillRect l="-1315" r="-1150" b="-1066"/>
                </a:stretch>
              </a:blipFill>
              <a:ln w="12700">
                <a:noFill/>
                <a:miter lim="800000"/>
                <a:headEnd type="none" w="sm" len="sm"/>
                <a:tailEnd type="none" w="sm" len="sm"/>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8496"/>
                                        </p:tgtEl>
                                        <p:attrNameLst>
                                          <p:attrName>style.visibility</p:attrName>
                                        </p:attrNameLst>
                                      </p:cBhvr>
                                      <p:to>
                                        <p:strVal val="visible"/>
                                      </p:to>
                                    </p:set>
                                    <p:animEffect transition="in" filter="slide(fromBottom)">
                                      <p:cBhvr>
                                        <p:cTn id="7" dur="2000"/>
                                        <p:tgtEl>
                                          <p:spTgt spid="1484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8497"/>
                                        </p:tgtEl>
                                        <p:attrNameLst>
                                          <p:attrName>style.visibility</p:attrName>
                                        </p:attrNameLst>
                                      </p:cBhvr>
                                      <p:to>
                                        <p:strVal val="visible"/>
                                      </p:to>
                                    </p:set>
                                    <p:animEffect transition="in" filter="slide(fromBottom)">
                                      <p:cBhvr>
                                        <p:cTn id="12" dur="2000"/>
                                        <p:tgtEl>
                                          <p:spTgt spid="148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96" grpId="0"/>
      <p:bldP spid="14849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
            <a:extLst>
              <a:ext uri="{FF2B5EF4-FFF2-40B4-BE49-F238E27FC236}">
                <a16:creationId xmlns:a16="http://schemas.microsoft.com/office/drawing/2014/main" id="{C9064B38-BD85-43CF-82EB-AC7E25284037}"/>
              </a:ext>
            </a:extLst>
          </p:cNvPr>
          <p:cNvSpPr>
            <a:spLocks noGrp="1" noChangeArrowheads="1"/>
          </p:cNvSpPr>
          <p:nvPr>
            <p:ph type="title"/>
          </p:nvPr>
        </p:nvSpPr>
        <p:spPr>
          <a:xfrm>
            <a:off x="1331640" y="332656"/>
            <a:ext cx="6335985"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3315" name="Rectangle 5">
                <a:extLst>
                  <a:ext uri="{FF2B5EF4-FFF2-40B4-BE49-F238E27FC236}">
                    <a16:creationId xmlns:a16="http://schemas.microsoft.com/office/drawing/2014/main" id="{1AFA9424-9BCC-4284-8DAC-D860DB0F1321}"/>
                  </a:ext>
                </a:extLst>
              </p:cNvPr>
              <p:cNvSpPr>
                <a:spLocks noGrp="1" noChangeArrowheads="1"/>
              </p:cNvSpPr>
              <p:nvPr>
                <p:ph idx="1"/>
              </p:nvPr>
            </p:nvSpPr>
            <p:spPr>
              <a:xfrm>
                <a:off x="323850" y="1341438"/>
                <a:ext cx="8208963" cy="4751387"/>
              </a:xfrm>
            </p:spPr>
            <p:txBody>
              <a:bodyPr/>
              <a:lstStyle/>
              <a:p>
                <a:pPr eaLnBrk="1" hangingPunct="1">
                  <a:lnSpc>
                    <a:spcPct val="150000"/>
                  </a:lnSpc>
                  <a:buFontTx/>
                  <a:buNone/>
                  <a:defRPr/>
                </a:pPr>
                <a:r>
                  <a:rPr lang="en-US" altLang="zh-CN" dirty="0"/>
                  <a:t>	</a:t>
                </a:r>
                <a:r>
                  <a:rPr lang="zh-CN" altLang="en-US" sz="2400" dirty="0">
                    <a:solidFill>
                      <a:srgbClr val="C00000"/>
                    </a:solidFill>
                    <a:latin typeface="+mn-ea"/>
                  </a:rPr>
                  <a:t>例</a:t>
                </a:r>
                <a:r>
                  <a:rPr lang="en-US" altLang="zh-CN" sz="2400" dirty="0">
                    <a:solidFill>
                      <a:srgbClr val="C00000"/>
                    </a:solidFill>
                    <a:latin typeface="+mn-ea"/>
                  </a:rPr>
                  <a:t>2</a:t>
                </a:r>
                <a:r>
                  <a:rPr lang="en-US" altLang="zh-CN" sz="2400" dirty="0">
                    <a:latin typeface="+mn-ea"/>
                  </a:rPr>
                  <a:t>  </a:t>
                </a:r>
                <a:r>
                  <a:rPr lang="zh-CN" altLang="en-US" sz="2400" dirty="0">
                    <a:latin typeface="+mn-ea"/>
                  </a:rPr>
                  <a:t>一搅拌槽盛有</a:t>
                </a:r>
                <a:r>
                  <a:rPr lang="en-US" altLang="zh-CN" sz="2400" dirty="0">
                    <a:latin typeface="+mn-ea"/>
                  </a:rPr>
                  <a:t>0℃</a:t>
                </a:r>
                <a:r>
                  <a:rPr lang="zh-CN" altLang="en-US" sz="2400" dirty="0">
                    <a:latin typeface="+mn-ea"/>
                  </a:rPr>
                  <a:t>的液体，在入口处送进温度为</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latin typeface="+mn-ea"/>
                  </a:rPr>
                  <a:t>的同一种液体，同时出口处流出等量液体，试寻求</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latin typeface="+mn-ea"/>
                  </a:rPr>
                  <a:t>的变化规律，使槽中的液体温度经</a:t>
                </a:r>
                <a:r>
                  <a:rPr lang="en-US" altLang="zh-CN" sz="2400" dirty="0">
                    <a:latin typeface="+mn-ea"/>
                  </a:rPr>
                  <a:t>1</a:t>
                </a:r>
                <a:r>
                  <a:rPr lang="zh-CN" altLang="en-US" sz="2400" dirty="0">
                    <a:latin typeface="+mn-ea"/>
                  </a:rPr>
                  <a:t>小时后从</a:t>
                </a:r>
                <a:r>
                  <a:rPr lang="en-US" altLang="zh-CN" sz="2400" dirty="0">
                    <a:latin typeface="+mn-ea"/>
                  </a:rPr>
                  <a:t>0℃</a:t>
                </a:r>
                <a:r>
                  <a:rPr lang="zh-CN" altLang="en-US" sz="2400" dirty="0">
                    <a:latin typeface="+mn-ea"/>
                  </a:rPr>
                  <a:t>上升到</a:t>
                </a:r>
                <a:r>
                  <a:rPr lang="en-US" altLang="zh-CN" sz="2400" dirty="0">
                    <a:latin typeface="+mn-ea"/>
                  </a:rPr>
                  <a:t>40℃</a:t>
                </a:r>
                <a:r>
                  <a:rPr lang="zh-CN" altLang="en-US" sz="2400" dirty="0">
                    <a:latin typeface="+mn-ea"/>
                  </a:rPr>
                  <a:t>，并要求散失热量最少。</a:t>
                </a:r>
                <a:r>
                  <a:rPr lang="zh-CN" altLang="en-US" sz="2800" dirty="0">
                    <a:latin typeface="+mn-ea"/>
                  </a:rPr>
                  <a:t> </a:t>
                </a:r>
                <a:endParaRPr lang="zh-CN" altLang="en-US" dirty="0">
                  <a:latin typeface="+mn-ea"/>
                </a:endParaRPr>
              </a:p>
            </p:txBody>
          </p:sp>
        </mc:Choice>
        <mc:Fallback xmlns="">
          <p:sp>
            <p:nvSpPr>
              <p:cNvPr id="13315" name="Rectangle 5">
                <a:extLst>
                  <a:ext uri="{FF2B5EF4-FFF2-40B4-BE49-F238E27FC236}">
                    <a16:creationId xmlns:a16="http://schemas.microsoft.com/office/drawing/2014/main" id="{1AFA9424-9BCC-4284-8DAC-D860DB0F1321}"/>
                  </a:ext>
                </a:extLst>
              </p:cNvPr>
              <p:cNvSpPr>
                <a:spLocks noGrp="1" noRot="1" noChangeAspect="1" noMove="1" noResize="1" noEditPoints="1" noAdjustHandles="1" noChangeArrowheads="1" noChangeShapeType="1" noTextEdit="1"/>
              </p:cNvSpPr>
              <p:nvPr>
                <p:ph idx="1"/>
              </p:nvPr>
            </p:nvSpPr>
            <p:spPr>
              <a:xfrm>
                <a:off x="323850" y="1341438"/>
                <a:ext cx="8208963" cy="4751387"/>
              </a:xfrm>
              <a:blipFill>
                <a:blip r:embed="rId3"/>
                <a:stretch>
                  <a:fillRect r="-4083"/>
                </a:stretch>
              </a:blipFill>
            </p:spPr>
            <p:txBody>
              <a:bodyPr/>
              <a:lstStyle/>
              <a:p>
                <a:r>
                  <a:rPr lang="zh-CN" altLang="en-US">
                    <a:noFill/>
                  </a:rPr>
                  <a:t> </a:t>
                </a:r>
              </a:p>
            </p:txBody>
          </p:sp>
        </mc:Fallback>
      </mc:AlternateContent>
      <p:sp>
        <p:nvSpPr>
          <p:cNvPr id="5" name="灯片编号占位符 4">
            <a:extLst>
              <a:ext uri="{FF2B5EF4-FFF2-40B4-BE49-F238E27FC236}">
                <a16:creationId xmlns:a16="http://schemas.microsoft.com/office/drawing/2014/main" id="{72570C52-D072-4B92-91DD-548A9F8F6E15}"/>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81E69DA-717D-4ADC-BD82-CCFA327DA8DF}" type="slidenum">
              <a:rPr lang="en-US" altLang="zh-CN" sz="1400">
                <a:ea typeface="宋体" panose="02010600030101010101" pitchFamily="2" charset="-122"/>
              </a:rPr>
              <a:pPr eaLnBrk="1" hangingPunct="1"/>
              <a:t>16</a:t>
            </a:fld>
            <a:endParaRPr lang="en-US" altLang="zh-CN" sz="140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4751387"/>
              </a:xfrm>
            </p:spPr>
            <p:txBody>
              <a:bodyPr/>
              <a:lstStyle/>
              <a:p>
                <a:pPr marL="0" indent="0">
                  <a:lnSpc>
                    <a:spcPct val="150000"/>
                  </a:lnSpc>
                  <a:buNone/>
                </a:pPr>
                <a:r>
                  <a:rPr lang="zh-CN" altLang="en-US" sz="2400" dirty="0">
                    <a:solidFill>
                      <a:srgbClr val="C00000"/>
                    </a:solidFill>
                    <a:latin typeface="新宋体" pitchFamily="49" charset="-122"/>
                    <a:ea typeface="新宋体" pitchFamily="49" charset="-122"/>
                  </a:rPr>
                  <a:t>例</a:t>
                </a:r>
                <a:r>
                  <a:rPr lang="en-US" altLang="zh-CN" sz="2400" dirty="0">
                    <a:solidFill>
                      <a:srgbClr val="C00000"/>
                    </a:solidFill>
                    <a:latin typeface="新宋体" pitchFamily="49" charset="-122"/>
                    <a:ea typeface="新宋体" pitchFamily="49" charset="-122"/>
                  </a:rPr>
                  <a:t>3</a:t>
                </a:r>
                <a:r>
                  <a:rPr lang="en-US" altLang="zh-CN" sz="2400" dirty="0">
                    <a:solidFill>
                      <a:srgbClr val="0070C0"/>
                    </a:solidFill>
                    <a:latin typeface="新宋体" pitchFamily="49" charset="-122"/>
                    <a:ea typeface="新宋体" pitchFamily="49" charset="-122"/>
                  </a:rPr>
                  <a:t>   </a:t>
                </a:r>
                <a:r>
                  <a:rPr lang="zh-CN" altLang="en-US" sz="2400" dirty="0">
                    <a:latin typeface="+mn-ea"/>
                  </a:rPr>
                  <a:t>宇宙飞船在月球表面实行软着陆，就是要使飞船落到月球时的速度为零</a:t>
                </a:r>
                <a:r>
                  <a:rPr lang="en-US" altLang="zh-CN" sz="2400" dirty="0">
                    <a:latin typeface="+mn-ea"/>
                  </a:rPr>
                  <a:t>,</a:t>
                </a:r>
                <a:r>
                  <a:rPr lang="zh-CN" altLang="en-US" sz="2400" dirty="0">
                    <a:latin typeface="+mn-ea"/>
                  </a:rPr>
                  <a:t>要达到这个目的</a:t>
                </a:r>
                <a:r>
                  <a:rPr lang="en-US" altLang="zh-CN" sz="2400" dirty="0">
                    <a:latin typeface="+mn-ea"/>
                  </a:rPr>
                  <a:t>,</a:t>
                </a:r>
                <a:r>
                  <a:rPr lang="zh-CN" altLang="en-US" sz="2400" dirty="0">
                    <a:latin typeface="+mn-ea"/>
                  </a:rPr>
                  <a:t>飞船必须依靠其发动机产生一个与月球重力相反的推力</a:t>
                </a:r>
                <a14:m>
                  <m:oMath xmlns:m="http://schemas.openxmlformats.org/officeDocument/2006/math">
                    <m:r>
                      <a:rPr lang="en-US" altLang="zh-CN" sz="2400" i="1" dirty="0" smtClean="0">
                        <a:latin typeface="Cambria Math" panose="02040503050406030204" pitchFamily="18" charset="0"/>
                      </a:rPr>
                      <m:t>𝑓</m:t>
                    </m:r>
                  </m:oMath>
                </a14:m>
                <a:r>
                  <a:rPr lang="en-US" altLang="zh-CN" sz="2400" dirty="0">
                    <a:latin typeface="+mn-ea"/>
                  </a:rPr>
                  <a:t>,</a:t>
                </a:r>
                <a:r>
                  <a:rPr lang="zh-CN" altLang="en-US" sz="2400" dirty="0">
                    <a:latin typeface="+mn-ea"/>
                  </a:rPr>
                  <a:t>同时为使发动机燃料的消耗为最少</a:t>
                </a:r>
                <a:r>
                  <a:rPr lang="en-US" altLang="zh-CN" sz="2400" dirty="0">
                    <a:latin typeface="+mn-ea"/>
                  </a:rPr>
                  <a:t>,</a:t>
                </a:r>
                <a:r>
                  <a:rPr lang="zh-CN" altLang="en-US" sz="2400" dirty="0">
                    <a:latin typeface="+mn-ea"/>
                  </a:rPr>
                  <a:t>就必须寻求发动机推力的最优控制规律。</a:t>
                </a:r>
                <a:endParaRPr lang="en-US" altLang="zh-CN" sz="2400" dirty="0">
                  <a:latin typeface="+mn-ea"/>
                </a:endParaRPr>
              </a:p>
              <a:p>
                <a:pPr marL="0" indent="0">
                  <a:lnSpc>
                    <a:spcPct val="150000"/>
                  </a:lnSpc>
                  <a:buNone/>
                </a:pPr>
                <a:r>
                  <a:rPr lang="zh-CN" altLang="en-US" sz="2400" dirty="0">
                    <a:latin typeface="+mn-ea"/>
                  </a:rPr>
                  <a:t>设飞船质量为</a:t>
                </a:r>
                <a14:m>
                  <m:oMath xmlns:m="http://schemas.openxmlformats.org/officeDocument/2006/math">
                    <m:r>
                      <a:rPr lang="en-US" altLang="zh-CN" sz="2400" i="1" dirty="0" smtClean="0">
                        <a:latin typeface="Cambria Math" panose="02040503050406030204" pitchFamily="18" charset="0"/>
                      </a:rPr>
                      <m:t>𝑚</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latin typeface="+mn-ea"/>
                  </a:rPr>
                  <a:t>，高度为</a:t>
                </a:r>
                <a14:m>
                  <m:oMath xmlns:m="http://schemas.openxmlformats.org/officeDocument/2006/math">
                    <m:r>
                      <a:rPr lang="en-US" altLang="zh-CN" sz="2400" i="1" dirty="0" smtClean="0">
                        <a:latin typeface="Cambria Math" panose="02040503050406030204" pitchFamily="18" charset="0"/>
                      </a:rPr>
                      <m:t>h</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en-US" altLang="zh-CN" sz="2400" i="1" dirty="0">
                    <a:latin typeface="+mn-ea"/>
                  </a:rPr>
                  <a:t> </a:t>
                </a:r>
                <a:r>
                  <a:rPr lang="zh-CN" altLang="en-US" sz="2400" dirty="0">
                    <a:latin typeface="+mn-ea"/>
                  </a:rPr>
                  <a:t>，垂直速度为</a:t>
                </a:r>
                <a14:m>
                  <m:oMath xmlns:m="http://schemas.openxmlformats.org/officeDocument/2006/math">
                    <m:r>
                      <a:rPr lang="en-US" altLang="zh-CN" sz="2400" i="1" dirty="0"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en-US" altLang="zh-CN" sz="2400" i="1" dirty="0">
                    <a:latin typeface="+mn-ea"/>
                  </a:rPr>
                  <a:t> </a:t>
                </a:r>
                <a:r>
                  <a:rPr lang="zh-CN" altLang="en-US" sz="2400" dirty="0">
                    <a:latin typeface="+mn-ea"/>
                  </a:rPr>
                  <a:t>，发动机所给的推力为</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latin typeface="+mn-ea"/>
                  </a:rPr>
                  <a:t>，月球表面的重力加速度为常数</a:t>
                </a:r>
                <a14:m>
                  <m:oMath xmlns:m="http://schemas.openxmlformats.org/officeDocument/2006/math">
                    <m:r>
                      <a:rPr lang="en-US" altLang="zh-CN" sz="2400" i="1" dirty="0" smtClean="0">
                        <a:latin typeface="Cambria Math" panose="02040503050406030204" pitchFamily="18" charset="0"/>
                      </a:rPr>
                      <m:t>𝑔</m:t>
                    </m:r>
                  </m:oMath>
                </a14:m>
                <a:r>
                  <a:rPr lang="zh-CN" altLang="en-US" sz="2400" dirty="0">
                    <a:latin typeface="+mn-ea"/>
                  </a:rPr>
                  <a:t>，初始高度为</a:t>
                </a:r>
                <a14:m>
                  <m:oMath xmlns:m="http://schemas.openxmlformats.org/officeDocument/2006/math">
                    <m:r>
                      <a:rPr lang="en-US" altLang="zh-CN" sz="2400" i="1" dirty="0" smtClean="0">
                        <a:latin typeface="Cambria Math" panose="02040503050406030204" pitchFamily="18" charset="0"/>
                      </a:rPr>
                      <m:t>h</m:t>
                    </m:r>
                    <m:r>
                      <a:rPr lang="en-US" altLang="zh-CN" sz="2400" i="1" baseline="-25000" dirty="0" smtClean="0">
                        <a:latin typeface="Cambria Math" panose="02040503050406030204" pitchFamily="18" charset="0"/>
                      </a:rPr>
                      <m:t>0</m:t>
                    </m:r>
                  </m:oMath>
                </a14:m>
                <a:r>
                  <a:rPr lang="zh-CN" altLang="en-US" sz="2400" dirty="0">
                    <a:latin typeface="+mn-ea"/>
                  </a:rPr>
                  <a:t>，初始速度为</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smtClean="0">
                        <a:latin typeface="Cambria Math" panose="02040503050406030204" pitchFamily="18" charset="0"/>
                      </a:rPr>
                      <m:t>0</m:t>
                    </m:r>
                  </m:oMath>
                </a14:m>
                <a:r>
                  <a:rPr lang="zh-CN" altLang="en-US" sz="2400" dirty="0">
                    <a:latin typeface="+mn-ea"/>
                  </a:rPr>
                  <a:t>，初始不含燃料的飞船质量为</a:t>
                </a:r>
                <a14:m>
                  <m:oMath xmlns:m="http://schemas.openxmlformats.org/officeDocument/2006/math">
                    <m:r>
                      <a:rPr lang="en-US" altLang="zh-CN" sz="2400" i="1" dirty="0" smtClean="0">
                        <a:latin typeface="Cambria Math" panose="02040503050406030204" pitchFamily="18" charset="0"/>
                      </a:rPr>
                      <m:t>𝑀</m:t>
                    </m:r>
                  </m:oMath>
                </a14:m>
                <a:r>
                  <a:rPr lang="zh-CN" altLang="en-US" sz="2400" dirty="0">
                    <a:latin typeface="+mn-ea"/>
                  </a:rPr>
                  <a:t>，初始燃料为</a:t>
                </a:r>
                <a14:m>
                  <m:oMath xmlns:m="http://schemas.openxmlformats.org/officeDocument/2006/math">
                    <m:r>
                      <a:rPr lang="en-US" altLang="zh-CN" sz="2400" i="1" dirty="0" smtClean="0">
                        <a:latin typeface="Cambria Math" panose="02040503050406030204" pitchFamily="18" charset="0"/>
                      </a:rPr>
                      <m:t>𝐹</m:t>
                    </m:r>
                  </m:oMath>
                </a14:m>
                <a:r>
                  <a:rPr lang="zh-CN" altLang="en-US" sz="2400" dirty="0">
                    <a:latin typeface="+mn-ea"/>
                  </a:rPr>
                  <a:t>。</a:t>
                </a:r>
                <a:endParaRPr lang="zh-CN" altLang="en-US" dirty="0">
                  <a:latin typeface="+mn-ea"/>
                </a:endParaRPr>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4751387"/>
              </a:xfrm>
              <a:blipFill>
                <a:blip r:embed="rId3"/>
                <a:stretch>
                  <a:fillRect l="-1095" r="-949"/>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17</a:t>
            </a:fld>
            <a:endParaRPr lang="en-US" altLang="zh-CN" sz="140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zh-CN" altLang="en-US" sz="2400" dirty="0"/>
                  <a:t>       由以上例子可知，最优控制问题可以用数学的方法描述，</a:t>
                </a:r>
                <a:endParaRPr lang="en-US" altLang="zh-CN" sz="2400" dirty="0"/>
              </a:p>
              <a:p>
                <a:pPr eaLnBrk="1" hangingPunct="1">
                  <a:buFontTx/>
                  <a:buNone/>
                  <a:defRPr/>
                </a:pPr>
                <a:r>
                  <a:rPr lang="zh-CN" altLang="en-US" sz="2400" dirty="0"/>
                  <a:t>并包含以下几个方面的内容。</a:t>
                </a:r>
                <a:endParaRPr lang="en-US" altLang="zh-CN" sz="2400" dirty="0"/>
              </a:p>
              <a:p>
                <a:pPr eaLnBrk="1" hangingPunct="1">
                  <a:buNone/>
                  <a:defRPr/>
                </a:pPr>
                <a:r>
                  <a:rPr lang="en-US" altLang="zh-CN" sz="2800" b="1" dirty="0">
                    <a:latin typeface="新宋体" pitchFamily="49" charset="-122"/>
                    <a:ea typeface="新宋体" pitchFamily="49" charset="-122"/>
                  </a:rPr>
                  <a:t>   (1)</a:t>
                </a:r>
                <a:r>
                  <a:rPr lang="zh-CN" altLang="en-US" sz="2800" b="1" dirty="0">
                    <a:latin typeface="新宋体" pitchFamily="49" charset="-122"/>
                    <a:ea typeface="新宋体" pitchFamily="49" charset="-122"/>
                  </a:rPr>
                  <a:t>系统的数学模型</a:t>
                </a:r>
                <a:endParaRPr lang="en-US" altLang="zh-CN" sz="2800" b="1" dirty="0">
                  <a:latin typeface="新宋体" pitchFamily="49" charset="-122"/>
                  <a:ea typeface="新宋体" pitchFamily="49" charset="-122"/>
                </a:endParaRPr>
              </a:p>
              <a:p>
                <a:pPr eaLnBrk="1" hangingPunct="1">
                  <a:buFontTx/>
                  <a:buNone/>
                  <a:defRPr/>
                </a:pPr>
                <a:r>
                  <a:rPr lang="zh-CN" altLang="en-US" sz="2400" dirty="0"/>
                  <a:t>        控制系统的数学模型反映系统运动过程应遵循的规律，</a:t>
                </a:r>
                <a:endParaRPr lang="en-US" altLang="zh-CN" sz="2400" dirty="0"/>
              </a:p>
              <a:p>
                <a:pPr eaLnBrk="1" hangingPunct="1">
                  <a:buFontTx/>
                  <a:buNone/>
                  <a:defRPr/>
                </a:pPr>
                <a:r>
                  <a:rPr lang="zh-CN" altLang="en-US" sz="2400" dirty="0"/>
                  <a:t>可以用状态空间表达式来表示：</a:t>
                </a:r>
                <a:endParaRPr lang="en-US" altLang="zh-CN" sz="2400" dirty="0"/>
              </a:p>
              <a:p>
                <a:pPr eaLnBrk="1" hangingPunct="1">
                  <a:buFontTx/>
                  <a:buNone/>
                  <a:defRPr/>
                </a:pPr>
                <a:r>
                  <a:rPr lang="en-US" altLang="zh-CN" sz="2400" dirty="0">
                    <a:latin typeface="+mn-ea"/>
                  </a:rPr>
                  <a:t>    </a:t>
                </a:r>
                <a:r>
                  <a:rPr lang="zh-CN" altLang="en-US" sz="2400" dirty="0">
                    <a:latin typeface="+mn-ea"/>
                  </a:rPr>
                  <a:t>状态方程：</a:t>
                </a:r>
                <a14:m>
                  <m:oMath xmlns:m="http://schemas.openxmlformats.org/officeDocument/2006/math">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𝑥</m:t>
                        </m:r>
                      </m:e>
                    </m:acc>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𝑓</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e>
                    </m:d>
                  </m:oMath>
                </a14:m>
                <a:endParaRPr lang="en-US" altLang="zh-CN" sz="2400" dirty="0">
                  <a:latin typeface="+mn-ea"/>
                </a:endParaRPr>
              </a:p>
              <a:p>
                <a:pPr eaLnBrk="1" hangingPunct="1">
                  <a:buFontTx/>
                  <a:buNone/>
                  <a:defRPr/>
                </a:pPr>
                <a:r>
                  <a:rPr lang="en-US" altLang="zh-CN" sz="2400" dirty="0">
                    <a:latin typeface="+mn-ea"/>
                  </a:rPr>
                  <a:t>    </a:t>
                </a:r>
                <a:r>
                  <a:rPr lang="zh-CN" altLang="en-US" sz="2400" dirty="0">
                    <a:latin typeface="+mn-ea"/>
                  </a:rPr>
                  <a:t>输出方程：</a:t>
                </a:r>
                <a14:m>
                  <m:oMath xmlns:m="http://schemas.openxmlformats.org/officeDocument/2006/math">
                    <m:r>
                      <a:rPr lang="en-US" altLang="zh-CN" sz="2400" b="0" i="1" smtClean="0">
                        <a:latin typeface="Cambria Math" panose="02040503050406030204" pitchFamily="18" charset="0"/>
                      </a:rPr>
                      <m:t>𝑦</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b="0" i="1" smtClean="0">
                        <a:latin typeface="Cambria Math" panose="02040503050406030204" pitchFamily="18" charset="0"/>
                      </a:rPr>
                      <m:t>𝑔</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𝑡</m:t>
                        </m:r>
                      </m:e>
                    </m:d>
                  </m:oMath>
                </a14:m>
                <a:endParaRPr lang="en-US" altLang="zh-CN" sz="2400" dirty="0">
                  <a:latin typeface="+mn-ea"/>
                </a:endParaRPr>
              </a:p>
              <a:p>
                <a:pPr eaLnBrk="1" hangingPunct="1">
                  <a:buFontTx/>
                  <a:buNone/>
                  <a:defRPr/>
                </a:pPr>
                <a:r>
                  <a:rPr lang="zh-CN" altLang="en-US" sz="2400" dirty="0">
                    <a:latin typeface="+mn-ea"/>
                  </a:rPr>
                  <a:t>式中 </a:t>
                </a:r>
                <a14:m>
                  <m:oMath xmlns:m="http://schemas.openxmlformats.org/officeDocument/2006/math">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oMath>
                </a14:m>
                <a:r>
                  <a:rPr lang="zh-CN" altLang="en-US" sz="2400" dirty="0">
                    <a:latin typeface="+mn-ea"/>
                  </a:rPr>
                  <a:t>维的状态矢量</a:t>
                </a:r>
                <a:endParaRPr lang="en-US" altLang="zh-CN" sz="2400" dirty="0">
                  <a:latin typeface="+mn-ea"/>
                </a:endParaRPr>
              </a:p>
              <a:p>
                <a:pPr eaLnBrk="1" hangingPunct="1">
                  <a:buFontTx/>
                  <a:buNone/>
                  <a:defRPr/>
                </a:pPr>
                <a:r>
                  <a:rPr lang="en-US" altLang="zh-CN" sz="2400" dirty="0">
                    <a:latin typeface="+mn-ea"/>
                  </a:rPr>
                  <a:t>     </a:t>
                </a:r>
                <a14:m>
                  <m:oMath xmlns:m="http://schemas.openxmlformats.org/officeDocument/2006/math">
                    <m:r>
                      <a:rPr lang="en-US" altLang="zh-CN" sz="2400" b="0" i="1" smtClean="0">
                        <a:latin typeface="Cambria Math" panose="02040503050406030204" pitchFamily="18" charset="0"/>
                      </a:rPr>
                      <m:t>𝑢</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𝑟</m:t>
                    </m:r>
                    <m:r>
                      <a:rPr lang="zh-CN" altLang="en-US" sz="2400" i="1">
                        <a:latin typeface="Cambria Math" panose="02040503050406030204" pitchFamily="18" charset="0"/>
                      </a:rPr>
                      <m:t>维</m:t>
                    </m:r>
                    <m:r>
                      <a:rPr lang="zh-CN" altLang="en-US" sz="2400" i="1" smtClean="0">
                        <a:latin typeface="Cambria Math" panose="02040503050406030204" pitchFamily="18" charset="0"/>
                      </a:rPr>
                      <m:t>的</m:t>
                    </m:r>
                  </m:oMath>
                </a14:m>
                <a:r>
                  <a:rPr lang="zh-CN" altLang="en-US" sz="2400" dirty="0">
                    <a:latin typeface="+mn-ea"/>
                  </a:rPr>
                  <a:t>控制输入矢量</a:t>
                </a:r>
                <a:endParaRPr lang="en-US" altLang="zh-CN" sz="2400" dirty="0">
                  <a:latin typeface="+mn-ea"/>
                </a:endParaRPr>
              </a:p>
              <a:p>
                <a:pPr eaLnBrk="1" hangingPunct="1">
                  <a:buFontTx/>
                  <a:buNone/>
                  <a:defRPr/>
                </a:pPr>
                <a:r>
                  <a:rPr lang="en-US" altLang="zh-CN" sz="2400" dirty="0">
                    <a:latin typeface="+mn-ea"/>
                  </a:rPr>
                  <a:t>     </a:t>
                </a:r>
                <a14:m>
                  <m:oMath xmlns:m="http://schemas.openxmlformats.org/officeDocument/2006/math">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𝑔</m:t>
                    </m:r>
                    <m:r>
                      <a:rPr lang="en-US" altLang="zh-CN" sz="2400" b="0" i="1" smtClean="0">
                        <a:latin typeface="Cambria Math" panose="02040503050406030204" pitchFamily="18" charset="0"/>
                      </a:rPr>
                      <m:t>−−</m:t>
                    </m:r>
                  </m:oMath>
                </a14:m>
                <a:r>
                  <a:rPr lang="zh-CN" altLang="en-US" sz="2400" dirty="0">
                    <a:latin typeface="+mn-ea"/>
                  </a:rPr>
                  <a:t>矢量函数</a:t>
                </a:r>
                <a:endParaRPr lang="en-US" altLang="zh-CN" sz="2400" dirty="0">
                  <a:latin typeface="+mn-ea"/>
                </a:endParaRPr>
              </a:p>
              <a:p>
                <a:pPr eaLnBrk="1" hangingPunct="1">
                  <a:buFontTx/>
                  <a:buNone/>
                  <a:defRPr/>
                </a:pPr>
                <a:r>
                  <a:rPr lang="en-US" altLang="zh-CN" sz="2400" dirty="0">
                    <a:latin typeface="+mn-ea"/>
                  </a:rPr>
                  <a:t>     </a:t>
                </a: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latin typeface="+mn-ea"/>
                  </a:rPr>
                  <a:t>时间变量</a:t>
                </a:r>
                <a:endParaRPr lang="en-US" altLang="zh-CN" sz="1800" dirty="0">
                  <a:latin typeface="+mn-ea"/>
                </a:endParaRPr>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380035"/>
              </a:xfrm>
              <a:blipFill>
                <a:blip r:embed="rId3"/>
                <a:stretch>
                  <a:fillRect l="-1095" t="-1246" r="-1679"/>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18</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文本框 7">
            <a:extLst>
              <a:ext uri="{FF2B5EF4-FFF2-40B4-BE49-F238E27FC236}">
                <a16:creationId xmlns:a16="http://schemas.microsoft.com/office/drawing/2014/main" id="{F6DDF272-D1DE-469E-B3E6-CA7A695D40FE}"/>
              </a:ext>
            </a:extLst>
          </p:cNvPr>
          <p:cNvSpPr txBox="1"/>
          <p:nvPr/>
        </p:nvSpPr>
        <p:spPr>
          <a:xfrm>
            <a:off x="7092280" y="3572188"/>
            <a:ext cx="1296144" cy="461665"/>
          </a:xfrm>
          <a:prstGeom prst="rect">
            <a:avLst/>
          </a:prstGeom>
          <a:noFill/>
        </p:spPr>
        <p:txBody>
          <a:bodyPr wrap="square" rtlCol="0">
            <a:spAutoFit/>
          </a:bodyPr>
          <a:lstStyle/>
          <a:p>
            <a:r>
              <a:rPr lang="zh-CN" altLang="en-US" sz="2400" dirty="0"/>
              <a:t>（</a:t>
            </a:r>
            <a:r>
              <a:rPr lang="en-US" altLang="zh-CN" sz="2400" dirty="0"/>
              <a:t>1.8</a:t>
            </a:r>
            <a:r>
              <a:rPr lang="zh-CN" altLang="en-US" sz="2400" dirty="0"/>
              <a:t>）</a:t>
            </a:r>
          </a:p>
        </p:txBody>
      </p:sp>
      <p:sp>
        <p:nvSpPr>
          <p:cNvPr id="9" name="文本框 8">
            <a:extLst>
              <a:ext uri="{FF2B5EF4-FFF2-40B4-BE49-F238E27FC236}">
                <a16:creationId xmlns:a16="http://schemas.microsoft.com/office/drawing/2014/main" id="{4DEE0FC9-879E-4063-A43E-F39813E6AA5C}"/>
              </a:ext>
            </a:extLst>
          </p:cNvPr>
          <p:cNvSpPr txBox="1"/>
          <p:nvPr/>
        </p:nvSpPr>
        <p:spPr>
          <a:xfrm>
            <a:off x="7092280" y="4033927"/>
            <a:ext cx="1296144" cy="461665"/>
          </a:xfrm>
          <a:prstGeom prst="rect">
            <a:avLst/>
          </a:prstGeom>
          <a:noFill/>
        </p:spPr>
        <p:txBody>
          <a:bodyPr wrap="square" rtlCol="0">
            <a:spAutoFit/>
          </a:bodyPr>
          <a:lstStyle/>
          <a:p>
            <a:r>
              <a:rPr lang="zh-CN" altLang="en-US" sz="2400" dirty="0"/>
              <a:t>（</a:t>
            </a:r>
            <a:r>
              <a:rPr lang="en-US" altLang="zh-CN" sz="2400" dirty="0"/>
              <a:t>1.9</a:t>
            </a:r>
            <a:r>
              <a:rPr lang="zh-CN" altLang="en-US" sz="2400" dirty="0"/>
              <a:t>）</a:t>
            </a:r>
          </a:p>
        </p:txBody>
      </p:sp>
    </p:spTree>
    <p:extLst>
      <p:ext uri="{BB962C8B-B14F-4D97-AF65-F5344CB8AC3E}">
        <p14:creationId xmlns:p14="http://schemas.microsoft.com/office/powerpoint/2010/main" val="307724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(2)</a:t>
                </a:r>
                <a:r>
                  <a:rPr lang="zh-CN" altLang="en-US" sz="2800" b="1" dirty="0">
                    <a:latin typeface="新宋体" pitchFamily="49" charset="-122"/>
                    <a:ea typeface="新宋体" pitchFamily="49" charset="-122"/>
                  </a:rPr>
                  <a:t>系统的初态和终态</a:t>
                </a:r>
                <a:endParaRPr lang="en-US" altLang="zh-CN" sz="2800" b="1" dirty="0">
                  <a:latin typeface="新宋体" pitchFamily="49" charset="-122"/>
                  <a:ea typeface="新宋体" pitchFamily="49" charset="-122"/>
                </a:endParaRPr>
              </a:p>
              <a:p>
                <a:pPr marL="0" indent="0">
                  <a:buNone/>
                </a:pPr>
                <a:r>
                  <a:rPr lang="zh-CN" altLang="en-US" sz="2400" dirty="0"/>
                  <a:t>        动态系统的</a:t>
                </a:r>
                <a:r>
                  <a:rPr lang="zh-CN" altLang="en-US" sz="2400" dirty="0">
                    <a:solidFill>
                      <a:srgbClr val="FF0000"/>
                    </a:solidFill>
                  </a:rPr>
                  <a:t>初态和终态</a:t>
                </a:r>
                <a:r>
                  <a:rPr lang="zh-CN" altLang="en-US" sz="2400" dirty="0"/>
                  <a:t>，也就是状态方程的</a:t>
                </a:r>
                <a:r>
                  <a:rPr lang="zh-CN" altLang="en-US" sz="2400" dirty="0">
                    <a:solidFill>
                      <a:srgbClr val="FF0000"/>
                    </a:solidFill>
                  </a:rPr>
                  <a:t>边界条件</a:t>
                </a:r>
                <a:r>
                  <a:rPr lang="zh-CN" altLang="en-US" sz="2400" dirty="0"/>
                  <a:t>。动态系统的运动归根结底是在状态空间里从一个状态转移到另一个状态，其运动随时间变化对应于状态空间的一条轨线。轨线的初始状态可以记为</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0</m:t>
                        </m:r>
                      </m:sub>
                    </m:sSub>
                  </m:oMath>
                </a14:m>
                <a:r>
                  <a:rPr lang="zh-CN" altLang="en-US" sz="2400" dirty="0"/>
                  <a:t>为初始时间，</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oMath>
                </a14:m>
                <a:r>
                  <a:rPr lang="zh-CN" altLang="en-US" sz="2400" dirty="0"/>
                  <a:t>为初始状态，轨线的终端状态可记为</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𝑓</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𝑓</m:t>
                        </m:r>
                      </m:sub>
                    </m:sSub>
                  </m:oMath>
                </a14:m>
                <a:r>
                  <a:rPr lang="zh-CN" altLang="en-US" sz="2400" dirty="0"/>
                  <a:t>为到达终态的时间，</a:t>
                </a:r>
                <a:r>
                  <a:rPr lang="en-US" altLang="zh-CN" sz="2400" b="0" dirty="0"/>
                  <a:t> </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𝑓</m:t>
                        </m:r>
                      </m:sub>
                    </m:sSub>
                    <m:r>
                      <a:rPr lang="en-US" altLang="zh-CN" sz="2400" b="0" i="1" smtClean="0">
                        <a:latin typeface="Cambria Math" panose="02040503050406030204" pitchFamily="18" charset="0"/>
                      </a:rPr>
                      <m:t>)</m:t>
                    </m:r>
                  </m:oMath>
                </a14:m>
                <a:r>
                  <a:rPr lang="zh-CN" altLang="en-US" sz="2400" dirty="0"/>
                  <a:t>为终端状态。</a:t>
                </a:r>
                <a:endParaRPr lang="en-US" altLang="zh-CN" sz="2400" dirty="0"/>
              </a:p>
              <a:p>
                <a:pPr marL="0" indent="0">
                  <a:buNone/>
                </a:pPr>
                <a:r>
                  <a:rPr lang="zh-CN" altLang="en-US" sz="2400" dirty="0"/>
                  <a:t>       在最优控制问题中，初始状态一般是已知的</a:t>
                </a:r>
                <a:r>
                  <a:rPr lang="en-US" altLang="zh-CN" sz="2400" dirty="0"/>
                  <a:t>,</a:t>
                </a:r>
                <a:r>
                  <a:rPr lang="zh-CN" altLang="en-US" sz="2400" dirty="0"/>
                  <a:t>而终端状态可以归结为以下两种情况：</a:t>
                </a:r>
              </a:p>
              <a:p>
                <a:pPr marL="0" indent="0">
                  <a:buNone/>
                </a:pPr>
                <a:r>
                  <a:rPr lang="en-US" altLang="zh-CN" sz="2400" dirty="0"/>
                  <a:t>        </a:t>
                </a:r>
                <a:r>
                  <a:rPr lang="en-US" altLang="zh-CN" sz="2400" dirty="0">
                    <a:solidFill>
                      <a:srgbClr val="FF0000"/>
                    </a:solidFill>
                  </a:rPr>
                  <a:t>1)</a:t>
                </a:r>
                <a:r>
                  <a:rPr lang="zh-CN" altLang="en-US" sz="2400" dirty="0">
                    <a:solidFill>
                      <a:srgbClr val="FF0000"/>
                    </a:solidFill>
                  </a:rPr>
                  <a:t>终端时间和终端状态都是固定的</a:t>
                </a:r>
              </a:p>
              <a:p>
                <a:pPr marL="0" indent="0">
                  <a:buNone/>
                </a:pPr>
                <a:r>
                  <a:rPr lang="zh-CN" altLang="en-US" sz="2400" dirty="0"/>
                  <a:t>        终端时间固定指到达终点的时间是已知的或固定的，即</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𝑓</m:t>
                        </m:r>
                      </m:sub>
                    </m:sSub>
                  </m:oMath>
                </a14:m>
                <a:r>
                  <a:rPr lang="zh-CN" altLang="en-US" sz="2400" dirty="0"/>
                  <a:t>是一个定值。终端状态固定指终端状态</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𝑓</m:t>
                        </m:r>
                      </m:sub>
                    </m:sSub>
                    <m:r>
                      <a:rPr lang="en-US" altLang="zh-CN" sz="2400" b="0" i="1" smtClean="0">
                        <a:latin typeface="Cambria Math" panose="02040503050406030204" pitchFamily="18" charset="0"/>
                      </a:rPr>
                      <m:t>)</m:t>
                    </m:r>
                  </m:oMath>
                </a14:m>
                <a:r>
                  <a:rPr lang="zh-CN" altLang="en-US" sz="2400" dirty="0"/>
                  <a:t>对应于状态空间的一个固定点。</a:t>
                </a:r>
                <a:endParaRPr lang="en-US" altLang="zh-CN" sz="1800" dirty="0">
                  <a:latin typeface="+mn-ea"/>
                </a:endParaRPr>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380035"/>
              </a:xfrm>
              <a:blipFill>
                <a:blip r:embed="rId3"/>
                <a:stretch>
                  <a:fillRect l="-1095" t="-1133" b="-793"/>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19</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152053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marL="0" indent="0">
                  <a:buNone/>
                </a:pPr>
                <a:r>
                  <a:rPr lang="en-US" altLang="zh-CN" sz="2400" dirty="0"/>
                  <a:t>        </a:t>
                </a:r>
                <a:r>
                  <a:rPr lang="en-US" altLang="zh-CN" sz="2400" dirty="0">
                    <a:solidFill>
                      <a:srgbClr val="FF0000"/>
                    </a:solidFill>
                  </a:rPr>
                  <a:t>2)</a:t>
                </a:r>
                <a:r>
                  <a:rPr lang="zh-CN" altLang="en-US" sz="2400" dirty="0">
                    <a:solidFill>
                      <a:srgbClr val="FF0000"/>
                    </a:solidFill>
                  </a:rPr>
                  <a:t>终端时间固定，终端状态是自由的</a:t>
                </a:r>
              </a:p>
              <a:p>
                <a:pPr marL="0" indent="0">
                  <a:buNone/>
                </a:pPr>
                <a:r>
                  <a:rPr lang="zh-CN" altLang="en-US" sz="2400" dirty="0"/>
                  <a:t>        终端状态自由是指终端状态是一个运动的点，不再是一个固定点，而是一个满足所有条件的终端状态的集合</a:t>
                </a:r>
                <a:r>
                  <a:rPr lang="en-US" altLang="zh-CN" sz="2400" dirty="0"/>
                  <a:t>,</a:t>
                </a:r>
                <a:r>
                  <a:rPr lang="zh-CN" altLang="en-US" sz="2400" dirty="0"/>
                  <a:t>这个点的集合称为目标集</a:t>
                </a:r>
                <a:r>
                  <a:rPr lang="en-US" altLang="zh-CN" sz="2400" dirty="0"/>
                  <a:t>,</a:t>
                </a:r>
                <a:r>
                  <a:rPr lang="zh-CN" altLang="en-US" sz="2400" dirty="0"/>
                  <a:t>可以用</a:t>
                </a:r>
                <a14:m>
                  <m:oMath xmlns:m="http://schemas.openxmlformats.org/officeDocument/2006/math">
                    <m:r>
                      <a:rPr lang="en-US" altLang="zh-CN" sz="2400" i="1" dirty="0" smtClean="0">
                        <a:latin typeface="Cambria Math" panose="02040503050406030204" pitchFamily="18" charset="0"/>
                      </a:rPr>
                      <m:t>𝑆</m:t>
                    </m:r>
                  </m:oMath>
                </a14:m>
                <a:r>
                  <a:rPr lang="zh-CN" altLang="en-US" sz="2400" dirty="0"/>
                  <a:t>来表示。</a:t>
                </a:r>
              </a:p>
              <a:p>
                <a:pPr marL="0" indent="0">
                  <a:buNone/>
                </a:pPr>
                <a:r>
                  <a:rPr lang="zh-CN" altLang="en-US" sz="2400" dirty="0"/>
                  <a:t>        对于以上两种情况</a:t>
                </a:r>
                <a:r>
                  <a:rPr lang="en-US" altLang="zh-CN" sz="2400" dirty="0"/>
                  <a:t>,</a:t>
                </a:r>
                <a:r>
                  <a:rPr lang="zh-CN" altLang="en-US" sz="2400" dirty="0"/>
                  <a:t>都可以用一个目标集</a:t>
                </a:r>
                <a14:m>
                  <m:oMath xmlns:m="http://schemas.openxmlformats.org/officeDocument/2006/math">
                    <m:r>
                      <a:rPr lang="en-US" altLang="zh-CN" sz="2400" i="1" dirty="0" smtClean="0">
                        <a:latin typeface="Cambria Math" panose="02040503050406030204" pitchFamily="18" charset="0"/>
                      </a:rPr>
                      <m:t>𝑆</m:t>
                    </m:r>
                  </m:oMath>
                </a14:m>
                <a:r>
                  <a:rPr lang="zh-CN" altLang="en-US" sz="2400" dirty="0"/>
                  <a:t>来概括，如果终端状态受某些条件的约束，则目标集</a:t>
                </a:r>
                <a14:m>
                  <m:oMath xmlns:m="http://schemas.openxmlformats.org/officeDocument/2006/math">
                    <m:r>
                      <a:rPr lang="en-US" altLang="zh-CN" sz="2400" i="1" dirty="0" smtClean="0">
                        <a:latin typeface="Cambria Math" panose="02040503050406030204" pitchFamily="18" charset="0"/>
                      </a:rPr>
                      <m:t>𝑆</m:t>
                    </m:r>
                  </m:oMath>
                </a14:m>
                <a:r>
                  <a:rPr lang="zh-CN" altLang="en-US" sz="2400" dirty="0"/>
                  <a:t>为状态空间的一个曲面</a:t>
                </a:r>
                <a:r>
                  <a:rPr lang="en-US" altLang="zh-CN" sz="2400" dirty="0"/>
                  <a:t>;</a:t>
                </a:r>
                <a:r>
                  <a:rPr lang="zh-CN" altLang="en-US" sz="2400" dirty="0"/>
                  <a:t>如果终端状态不受任何条件的约束，则目标集</a:t>
                </a:r>
                <a14:m>
                  <m:oMath xmlns:m="http://schemas.openxmlformats.org/officeDocument/2006/math">
                    <m:r>
                      <a:rPr lang="en-US" altLang="zh-CN" sz="2400" i="1" dirty="0" smtClean="0">
                        <a:latin typeface="Cambria Math" panose="02040503050406030204" pitchFamily="18" charset="0"/>
                      </a:rPr>
                      <m:t>𝑆</m:t>
                    </m:r>
                  </m:oMath>
                </a14:m>
                <a:r>
                  <a:rPr lang="zh-CN" altLang="en-US" sz="2400" dirty="0"/>
                  <a:t>扩展到整个状态空间；如果终端状态固定，则目标集</a:t>
                </a:r>
                <a14:m>
                  <m:oMath xmlns:m="http://schemas.openxmlformats.org/officeDocument/2006/math">
                    <m:r>
                      <a:rPr lang="en-US" altLang="zh-CN" sz="2400" i="1" dirty="0" smtClean="0">
                        <a:latin typeface="Cambria Math" panose="02040503050406030204" pitchFamily="18" charset="0"/>
                      </a:rPr>
                      <m:t>𝑆</m:t>
                    </m:r>
                  </m:oMath>
                </a14:m>
                <a:r>
                  <a:rPr lang="zh-CN" altLang="en-US" sz="2400" dirty="0"/>
                  <a:t>仅有一个元素。</a:t>
                </a:r>
                <a:endParaRPr lang="en-US" altLang="zh-CN" sz="1800" dirty="0">
                  <a:latin typeface="+mn-ea"/>
                </a:endParaRPr>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380035"/>
              </a:xfrm>
              <a:blipFill>
                <a:blip r:embed="rId3"/>
                <a:stretch>
                  <a:fillRect l="-1095" t="-1246" r="-292"/>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20</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2064293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(3)</a:t>
                </a:r>
                <a:r>
                  <a:rPr lang="zh-CN" altLang="en-US" sz="2800" b="1" dirty="0">
                    <a:latin typeface="新宋体" pitchFamily="49" charset="-122"/>
                    <a:ea typeface="新宋体" pitchFamily="49" charset="-122"/>
                  </a:rPr>
                  <a:t>系统性能指标</a:t>
                </a:r>
                <a:endParaRPr lang="en-US" altLang="zh-CN" sz="2800" b="1" dirty="0">
                  <a:latin typeface="新宋体" pitchFamily="49" charset="-122"/>
                  <a:ea typeface="新宋体" pitchFamily="49" charset="-122"/>
                </a:endParaRPr>
              </a:p>
              <a:p>
                <a:pPr marL="0" indent="0">
                  <a:buNone/>
                </a:pPr>
                <a:r>
                  <a:rPr lang="zh-CN" altLang="en-US" sz="2400" dirty="0"/>
                  <a:t>       在状态空间中从初始状态转移到终端状态</a:t>
                </a:r>
                <a:r>
                  <a:rPr lang="en-US" altLang="zh-CN" sz="2400" dirty="0"/>
                  <a:t>,</a:t>
                </a:r>
                <a:r>
                  <a:rPr lang="zh-CN" altLang="en-US" sz="2400" dirty="0"/>
                  <a:t>可以通过不同的控制作用来实现，如何来衡量系统在每一个控制作用下的好坏，需要用一个标准对它进行</a:t>
                </a:r>
                <a:r>
                  <a:rPr lang="zh-CN" altLang="en-US" sz="2400" dirty="0">
                    <a:solidFill>
                      <a:srgbClr val="FF0000"/>
                    </a:solidFill>
                  </a:rPr>
                  <a:t>量化</a:t>
                </a:r>
                <a:r>
                  <a:rPr lang="zh-CN" altLang="en-US" sz="2400" dirty="0"/>
                  <a:t>评定。这个评比的标准称之为性能指标。</a:t>
                </a:r>
              </a:p>
              <a:p>
                <a:pPr marL="0" indent="0">
                  <a:buNone/>
                </a:pPr>
                <a:r>
                  <a:rPr lang="zh-CN" altLang="en-US" sz="2400" dirty="0"/>
                  <a:t>       最优控制问题是</a:t>
                </a:r>
                <a:r>
                  <a:rPr lang="zh-CN" altLang="en-US" sz="2400" dirty="0">
                    <a:solidFill>
                      <a:srgbClr val="FF0000"/>
                    </a:solidFill>
                  </a:rPr>
                  <a:t>指在规定的性能指标下</a:t>
                </a:r>
                <a:r>
                  <a:rPr lang="en-US" altLang="zh-CN" sz="2400" dirty="0">
                    <a:solidFill>
                      <a:srgbClr val="FF0000"/>
                    </a:solidFill>
                  </a:rPr>
                  <a:t>,</a:t>
                </a:r>
                <a:r>
                  <a:rPr lang="zh-CN" altLang="en-US" sz="2400" dirty="0">
                    <a:solidFill>
                      <a:srgbClr val="FF0000"/>
                    </a:solidFill>
                  </a:rPr>
                  <a:t>研究如何使系统的性能达到最优</a:t>
                </a:r>
                <a:r>
                  <a:rPr lang="zh-CN" altLang="en-US" sz="2400" dirty="0"/>
                  <a:t>。因此当控制系统所要解决的矛盾不同时</a:t>
                </a:r>
                <a:r>
                  <a:rPr lang="en-US" altLang="zh-CN" sz="2400" dirty="0"/>
                  <a:t>,</a:t>
                </a:r>
                <a:r>
                  <a:rPr lang="zh-CN" altLang="en-US" sz="2400" dirty="0"/>
                  <a:t>其规定的性能指标的内容和形式必定不同，我们无法为各式各样的最优控制问题提出一个统一格式的性能指标。不存在放之四海皆准</a:t>
                </a:r>
                <a:r>
                  <a:rPr lang="en-US" altLang="zh-CN" sz="2400" dirty="0"/>
                  <a:t>,</a:t>
                </a:r>
                <a:r>
                  <a:rPr lang="zh-CN" altLang="en-US" sz="2400" dirty="0"/>
                  <a:t>能够解决任何控制何题的统一格式性能指标，也不存在使任何性能指标都达到最优的系统。</a:t>
                </a:r>
              </a:p>
              <a:p>
                <a:pPr marL="0" indent="0">
                  <a:buNone/>
                </a:pPr>
                <a:r>
                  <a:rPr lang="zh-CN" altLang="en-US" sz="2400" dirty="0"/>
                  <a:t>       </a:t>
                </a:r>
                <a:r>
                  <a:rPr lang="zh-CN" altLang="en-US" sz="2400" dirty="0">
                    <a:solidFill>
                      <a:srgbClr val="FF0000"/>
                    </a:solidFill>
                  </a:rPr>
                  <a:t>性能指标</a:t>
                </a:r>
                <a:r>
                  <a:rPr lang="zh-CN" altLang="en-US" sz="2400" dirty="0"/>
                  <a:t>一般用</a:t>
                </a:r>
                <a14:m>
                  <m:oMath xmlns:m="http://schemas.openxmlformats.org/officeDocument/2006/math">
                    <m:r>
                      <a:rPr lang="en-US" altLang="zh-CN" sz="2400" i="1" dirty="0" smtClean="0">
                        <a:latin typeface="Cambria Math" panose="02040503050406030204" pitchFamily="18" charset="0"/>
                      </a:rPr>
                      <m:t>𝐽</m:t>
                    </m:r>
                  </m:oMath>
                </a14:m>
                <a:r>
                  <a:rPr lang="zh-CN" altLang="en-US" sz="2400" dirty="0"/>
                  <a:t>来表示，在很多技术资料中被赋予不同的名称</a:t>
                </a:r>
                <a:r>
                  <a:rPr lang="en-US" altLang="zh-CN" sz="2400" dirty="0"/>
                  <a:t>,</a:t>
                </a:r>
                <a:r>
                  <a:rPr lang="zh-CN" altLang="en-US" sz="2400" dirty="0"/>
                  <a:t>如性能泛函、价值函数、目标函数、效益函数等。</a:t>
                </a:r>
                <a:endParaRPr lang="en-US" altLang="zh-CN" sz="1400" dirty="0">
                  <a:latin typeface="+mn-ea"/>
                </a:endParaRPr>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380035"/>
              </a:xfrm>
              <a:blipFill>
                <a:blip r:embed="rId3"/>
                <a:stretch>
                  <a:fillRect l="-1095" t="-1133"/>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21</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433414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(4)</a:t>
                </a:r>
                <a:r>
                  <a:rPr lang="zh-CN" altLang="en-US" sz="2800" b="1" dirty="0">
                    <a:latin typeface="新宋体" pitchFamily="49" charset="-122"/>
                    <a:ea typeface="新宋体" pitchFamily="49" charset="-122"/>
                  </a:rPr>
                  <a:t>容许控制集</a:t>
                </a:r>
                <a:endParaRPr lang="en-US" altLang="zh-CN" sz="2800" b="1" dirty="0">
                  <a:latin typeface="新宋体" pitchFamily="49" charset="-122"/>
                  <a:ea typeface="新宋体" pitchFamily="49" charset="-122"/>
                </a:endParaRPr>
              </a:p>
              <a:p>
                <a:pPr marL="0" indent="0">
                  <a:buNone/>
                </a:pPr>
                <a:r>
                  <a:rPr lang="zh-CN" altLang="en-US" sz="2400" dirty="0"/>
                  <a:t>       对于一个实际的控制问题</a:t>
                </a:r>
                <a:r>
                  <a:rPr lang="en-US" altLang="zh-CN" sz="2400" dirty="0"/>
                  <a:t>,</a:t>
                </a:r>
                <a:r>
                  <a:rPr lang="zh-CN" altLang="en-US" sz="2400" dirty="0"/>
                  <a:t>输入控制的</a:t>
                </a:r>
                <a14:m>
                  <m:oMath xmlns:m="http://schemas.openxmlformats.org/officeDocument/2006/math">
                    <m:r>
                      <a:rPr lang="en-US" altLang="zh-CN" sz="2400" b="0" i="1" smtClean="0">
                        <a:solidFill>
                          <a:srgbClr val="FF0000"/>
                        </a:solidFill>
                        <a:latin typeface="Cambria Math" panose="02040503050406030204" pitchFamily="18" charset="0"/>
                      </a:rPr>
                      <m:t>𝑢</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𝑡</m:t>
                    </m:r>
                    <m:r>
                      <a:rPr lang="en-US" altLang="zh-CN" sz="2400" b="0" i="1" smtClean="0">
                        <a:solidFill>
                          <a:srgbClr val="FF0000"/>
                        </a:solidFill>
                        <a:latin typeface="Cambria Math" panose="02040503050406030204" pitchFamily="18" charset="0"/>
                      </a:rPr>
                      <m:t>)</m:t>
                    </m:r>
                  </m:oMath>
                </a14:m>
                <a:r>
                  <a:rPr lang="zh-CN" altLang="en-US" sz="2400" dirty="0">
                    <a:solidFill>
                      <a:srgbClr val="FF0000"/>
                    </a:solidFill>
                  </a:rPr>
                  <a:t>的取值必定要受一定条件的约束</a:t>
                </a:r>
                <a:r>
                  <a:rPr lang="zh-CN" altLang="en-US" sz="2400" dirty="0"/>
                  <a:t>。满足约束条件的控制作用</a:t>
                </a:r>
                <a14:m>
                  <m:oMath xmlns:m="http://schemas.openxmlformats.org/officeDocument/2006/math">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的一个取值对应于</a:t>
                </a:r>
                <a14:m>
                  <m:oMath xmlns:m="http://schemas.openxmlformats.org/officeDocument/2006/math">
                    <m:r>
                      <a:rPr lang="en-US" altLang="zh-CN" sz="2400" i="1" dirty="0" smtClean="0">
                        <a:latin typeface="Cambria Math" panose="02040503050406030204" pitchFamily="18" charset="0"/>
                      </a:rPr>
                      <m:t>𝑟</m:t>
                    </m:r>
                  </m:oMath>
                </a14:m>
                <a:r>
                  <a:rPr lang="zh-CN" altLang="en-US" sz="2400" dirty="0"/>
                  <a:t>维空间的一个点，所有满足条件的控制作用</a:t>
                </a:r>
                <a14:m>
                  <m:oMath xmlns:m="http://schemas.openxmlformats.org/officeDocument/2006/math">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的</a:t>
                </a:r>
              </a:p>
              <a:p>
                <a:pPr marL="0" indent="0">
                  <a:buNone/>
                </a:pPr>
                <a:r>
                  <a:rPr lang="zh-CN" altLang="en-US" sz="2400" dirty="0"/>
                  <a:t>取值构成</a:t>
                </a:r>
                <a14:m>
                  <m:oMath xmlns:m="http://schemas.openxmlformats.org/officeDocument/2006/math">
                    <m:r>
                      <a:rPr lang="en-US" altLang="zh-CN" sz="2400" i="1" dirty="0" smtClean="0">
                        <a:latin typeface="Cambria Math" panose="02040503050406030204" pitchFamily="18" charset="0"/>
                      </a:rPr>
                      <m:t>𝑟</m:t>
                    </m:r>
                  </m:oMath>
                </a14:m>
                <a:r>
                  <a:rPr lang="zh-CN" altLang="en-US" sz="2400" dirty="0"/>
                  <a:t>维空间的一个集合，记为</a:t>
                </a:r>
                <a14:m>
                  <m:oMath xmlns:m="http://schemas.openxmlformats.org/officeDocument/2006/math">
                    <m:r>
                      <m:rPr>
                        <m:sty m:val="p"/>
                      </m:rPr>
                      <a:rPr lang="el-GR" altLang="zh-CN" sz="2400" i="1" dirty="0" smtClean="0">
                        <a:latin typeface="Cambria Math" panose="02040503050406030204" pitchFamily="18" charset="0"/>
                        <a:ea typeface="Cambria Math" panose="02040503050406030204" pitchFamily="18" charset="0"/>
                      </a:rPr>
                      <m:t>Ω</m:t>
                    </m:r>
                  </m:oMath>
                </a14:m>
                <a:r>
                  <a:rPr lang="en-US" altLang="zh-CN" sz="2400" dirty="0"/>
                  <a:t>,</a:t>
                </a:r>
                <a:r>
                  <a:rPr lang="zh-CN" altLang="en-US" sz="2400" dirty="0"/>
                  <a:t>称之为</a:t>
                </a:r>
                <a:r>
                  <a:rPr lang="zh-CN" altLang="en-US" sz="2400" dirty="0">
                    <a:solidFill>
                      <a:srgbClr val="FF0000"/>
                    </a:solidFill>
                  </a:rPr>
                  <a:t>容许控制集</a:t>
                </a:r>
                <a:r>
                  <a:rPr lang="zh-CN" altLang="en-US" sz="2400" dirty="0"/>
                  <a:t>。凡是属于容许控制集的控制，都是容许控制。</a:t>
                </a:r>
              </a:p>
              <a:p>
                <a:pPr marL="0" indent="0">
                  <a:buNone/>
                </a:pPr>
                <a:r>
                  <a:rPr lang="zh-CN" altLang="en-US" sz="2400" dirty="0"/>
                  <a:t>       求解最优控制问题的关键，就是在规定的性能指标要求下，找出其最优控制作用</a:t>
                </a:r>
                <a14:m>
                  <m:oMath xmlns:m="http://schemas.openxmlformats.org/officeDocument/2006/math">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 </m:t>
                    </m:r>
                  </m:oMath>
                </a14:m>
                <a:r>
                  <a:rPr lang="zh-CN" altLang="en-US" sz="2400" dirty="0"/>
                  <a:t>，使系统的性能达到最优。最优控制作用用</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来表示，控制作用必须要满足以下</a:t>
                </a:r>
                <a:r>
                  <a:rPr lang="en-US" altLang="zh-CN" sz="2400" dirty="0"/>
                  <a:t>3 </a:t>
                </a:r>
                <a:r>
                  <a:rPr lang="zh-CN" altLang="en-US" sz="2400" dirty="0"/>
                  <a:t>个</a:t>
                </a:r>
              </a:p>
              <a:p>
                <a:pPr marL="0" indent="0">
                  <a:buNone/>
                </a:pPr>
                <a:r>
                  <a:rPr lang="zh-CN" altLang="en-US" sz="2400" dirty="0"/>
                  <a:t>条件才是最优控制作用</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zh-CN" altLang="en-US" sz="2400" i="1">
                        <a:latin typeface="Cambria Math" panose="02040503050406030204" pitchFamily="18" charset="0"/>
                      </a:rPr>
                      <m:t>：</m:t>
                    </m:r>
                  </m:oMath>
                </a14:m>
                <a:endParaRPr lang="en-US" altLang="zh-CN" sz="1100" dirty="0">
                  <a:latin typeface="+mn-ea"/>
                </a:endParaRPr>
              </a:p>
              <a:p>
                <a:pPr marL="0" indent="0">
                  <a:buNone/>
                </a:pPr>
                <a:r>
                  <a:rPr lang="en-US" altLang="zh-CN" sz="2400" dirty="0">
                    <a:latin typeface="+mn-ea"/>
                  </a:rPr>
                  <a:t>(1)</a:t>
                </a:r>
                <a:r>
                  <a:rPr lang="zh-CN" altLang="en-US" sz="2400" dirty="0">
                    <a:latin typeface="+mn-ea"/>
                  </a:rPr>
                  <a:t>最优控制一定是容许控制，即</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m:rPr>
                        <m:sty m:val="p"/>
                      </m:rPr>
                      <a:rPr lang="el-GR" altLang="zh-CN" sz="2400" i="1" dirty="0" smtClean="0">
                        <a:latin typeface="Cambria Math" panose="02040503050406030204" pitchFamily="18" charset="0"/>
                        <a:ea typeface="Cambria Math" panose="02040503050406030204" pitchFamily="18" charset="0"/>
                      </a:rPr>
                      <m:t>Ω</m:t>
                    </m:r>
                  </m:oMath>
                </a14:m>
                <a:r>
                  <a:rPr lang="zh-CN" altLang="en-US" sz="2400" dirty="0">
                    <a:latin typeface="+mn-ea"/>
                  </a:rPr>
                  <a:t>；</a:t>
                </a:r>
                <a:endParaRPr lang="en-US" altLang="zh-CN" sz="2400" dirty="0">
                  <a:latin typeface="+mn-ea"/>
                </a:endParaRPr>
              </a:p>
              <a:p>
                <a:pPr marL="0" indent="0">
                  <a:buNone/>
                </a:pPr>
                <a:r>
                  <a:rPr lang="en-US" altLang="zh-CN" sz="2400" dirty="0">
                    <a:latin typeface="+mn-ea"/>
                  </a:rPr>
                  <a:t>(2)</a:t>
                </a:r>
                <a:r>
                  <a:rPr lang="en-US" altLang="zh-CN" sz="2400" dirty="0"/>
                  <a:t> </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latin typeface="+mn-ea"/>
                  </a:rPr>
                  <a:t>可以使系统从初始状态转移到目标集</a:t>
                </a:r>
                <a14:m>
                  <m:oMath xmlns:m="http://schemas.openxmlformats.org/officeDocument/2006/math">
                    <m:r>
                      <a:rPr lang="en-US" altLang="zh-CN" sz="2400" i="1" dirty="0" smtClean="0">
                        <a:latin typeface="Cambria Math" panose="02040503050406030204" pitchFamily="18" charset="0"/>
                      </a:rPr>
                      <m:t>𝑆</m:t>
                    </m:r>
                  </m:oMath>
                </a14:m>
                <a:r>
                  <a:rPr lang="zh-CN" altLang="en-US" sz="2400" dirty="0">
                    <a:latin typeface="+mn-ea"/>
                  </a:rPr>
                  <a:t>中；</a:t>
                </a:r>
                <a:endParaRPr lang="en-US" altLang="zh-CN" sz="2400" dirty="0">
                  <a:latin typeface="+mn-ea"/>
                </a:endParaRPr>
              </a:p>
              <a:p>
                <a:pPr marL="0" indent="0">
                  <a:buNone/>
                </a:pPr>
                <a:r>
                  <a:rPr lang="en-US" altLang="zh-CN" sz="2400" dirty="0">
                    <a:latin typeface="+mn-ea"/>
                  </a:rPr>
                  <a:t>(3)</a:t>
                </a:r>
                <a:r>
                  <a:rPr lang="en-US" altLang="zh-CN" sz="2400" dirty="0"/>
                  <a:t> </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latin typeface="+mn-ea"/>
                  </a:rPr>
                  <a:t>使</a:t>
                </a:r>
                <a14:m>
                  <m:oMath xmlns:m="http://schemas.openxmlformats.org/officeDocument/2006/math">
                    <m:r>
                      <a:rPr lang="en-US" altLang="zh-CN" sz="2400" i="1" dirty="0" smtClean="0">
                        <a:latin typeface="Cambria Math" panose="02040503050406030204" pitchFamily="18" charset="0"/>
                      </a:rPr>
                      <m:t>𝐽</m:t>
                    </m:r>
                  </m:oMath>
                </a14:m>
                <a:r>
                  <a:rPr lang="zh-CN" altLang="en-US" sz="2400" dirty="0">
                    <a:latin typeface="+mn-ea"/>
                  </a:rPr>
                  <a:t>取极大或极小值，即达到某种意义下的最优。</a:t>
                </a:r>
                <a:endParaRPr lang="en-US" altLang="zh-CN" sz="2400" dirty="0">
                  <a:latin typeface="+mn-ea"/>
                </a:endParaRPr>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380035"/>
              </a:xfrm>
              <a:blipFill>
                <a:blip r:embed="rId3"/>
                <a:stretch>
                  <a:fillRect l="-1095" t="-1133" b="-2945"/>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22</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3987581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516562"/>
              </a:xfrm>
            </p:spPr>
            <p:txBody>
              <a:bodyPr/>
              <a:lstStyle/>
              <a:p>
                <a:pPr marL="0" indent="0">
                  <a:buNone/>
                </a:pPr>
                <a:r>
                  <a:rPr lang="zh-CN" altLang="en-US" sz="2400" dirty="0"/>
                  <a:t>       根据以上分析，可以把最优控制问题的提法抽象为一个数学问题。</a:t>
                </a:r>
                <a:endParaRPr lang="en-US" altLang="zh-CN" sz="2400" dirty="0"/>
              </a:p>
              <a:p>
                <a:pPr marL="0" indent="0">
                  <a:buNone/>
                </a:pPr>
                <a:r>
                  <a:rPr lang="en-US" altLang="zh-CN" sz="2400" dirty="0"/>
                  <a:t>       </a:t>
                </a:r>
                <a:r>
                  <a:rPr lang="zh-CN" altLang="en-US" sz="2400" dirty="0"/>
                  <a:t>假设系统的状态方程为</a:t>
                </a:r>
                <a:endParaRPr lang="en-US" altLang="zh-CN" sz="2400" dirty="0"/>
              </a:p>
              <a:p>
                <a:pPr marL="0" indent="0" algn="ctr">
                  <a:buNone/>
                </a:pPr>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𝑓</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𝑡</m:t>
                        </m:r>
                      </m:e>
                    </m:d>
                  </m:oMath>
                </a14:m>
                <a:endParaRPr lang="en-US" altLang="zh-CN" sz="2400" dirty="0"/>
              </a:p>
              <a:p>
                <a:pPr marL="0" indent="0">
                  <a:buNone/>
                </a:pPr>
                <a:r>
                  <a:rPr lang="en-US" altLang="zh-CN" sz="2400" dirty="0"/>
                  <a:t>       </a:t>
                </a:r>
                <a:r>
                  <a:rPr lang="zh-CN" altLang="en-US" sz="2400" dirty="0"/>
                  <a:t>初始条件是</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0</m:t>
                              </m:r>
                            </m:sub>
                          </m:sSub>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0</m:t>
                          </m:r>
                        </m:sub>
                      </m:sSub>
                    </m:oMath>
                  </m:oMathPara>
                </a14:m>
                <a:endParaRPr lang="en-US" altLang="zh-CN" sz="2400" dirty="0"/>
              </a:p>
              <a:p>
                <a:pPr marL="0" indent="0">
                  <a:buNone/>
                </a:pPr>
                <a:r>
                  <a:rPr lang="zh-CN" altLang="en-US" sz="2400" dirty="0"/>
                  <a:t>       其中</a:t>
                </a:r>
                <a14:m>
                  <m:oMath xmlns:m="http://schemas.openxmlformats.org/officeDocument/2006/math">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ea typeface="Cambria Math" panose="02040503050406030204" pitchFamily="18" charset="0"/>
                      </a:rPr>
                      <m:t>∈</m:t>
                    </m:r>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𝑅</m:t>
                        </m:r>
                      </m:e>
                      <m:sup>
                        <m:r>
                          <a:rPr lang="en-US" altLang="zh-CN" sz="2400" b="0" i="1" smtClean="0">
                            <a:latin typeface="Cambria Math" panose="02040503050406030204" pitchFamily="18" charset="0"/>
                            <a:ea typeface="Cambria Math" panose="02040503050406030204" pitchFamily="18" charset="0"/>
                          </a:rPr>
                          <m:t>𝑛</m:t>
                        </m:r>
                      </m:sup>
                    </m:sSup>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𝑅</m:t>
                        </m:r>
                      </m:e>
                      <m:sup>
                        <m:r>
                          <a:rPr lang="en-US" altLang="zh-CN" sz="2400" i="1">
                            <a:latin typeface="Cambria Math" panose="02040503050406030204" pitchFamily="18" charset="0"/>
                            <a:ea typeface="Cambria Math" panose="02040503050406030204" pitchFamily="18" charset="0"/>
                          </a:rPr>
                          <m:t>𝑛</m:t>
                        </m:r>
                      </m:sup>
                    </m:sSup>
                    <m:r>
                      <a:rPr lang="en-US" altLang="zh-CN" sz="2400" i="1" smtClean="0">
                        <a:latin typeface="Cambria Math" panose="02040503050406030204" pitchFamily="18" charset="0"/>
                        <a:ea typeface="Cambria Math" panose="02040503050406030204" pitchFamily="18" charset="0"/>
                      </a:rPr>
                      <m:t>∈</m:t>
                    </m:r>
                    <m:r>
                      <m:rPr>
                        <m:sty m:val="p"/>
                      </m:rPr>
                      <a:rPr lang="el-GR" altLang="zh-CN" sz="2400" i="1" smtClean="0">
                        <a:latin typeface="Cambria Math" panose="02040503050406030204" pitchFamily="18" charset="0"/>
                        <a:ea typeface="Cambria Math" panose="02040503050406030204" pitchFamily="18" charset="0"/>
                      </a:rPr>
                      <m:t>Ω</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𝑡</m:t>
                    </m:r>
                    <m:r>
                      <a:rPr lang="en-US" altLang="zh-CN" sz="2400" b="0" i="1" smtClean="0">
                        <a:latin typeface="Cambria Math" panose="02040503050406030204" pitchFamily="18" charset="0"/>
                        <a:ea typeface="Cambria Math" panose="02040503050406030204" pitchFamily="18" charset="0"/>
                      </a:rPr>
                      <m:t>∈</m:t>
                    </m:r>
                    <m:d>
                      <m:dPr>
                        <m:begChr m:val="["/>
                        <m:endChr m:val="]"/>
                        <m:ctrlPr>
                          <a:rPr lang="en-US" altLang="zh-CN" sz="2400" b="0" i="1" smtClean="0">
                            <a:latin typeface="Cambria Math" panose="02040503050406030204" pitchFamily="18" charset="0"/>
                            <a:ea typeface="Cambria Math" panose="02040503050406030204" pitchFamily="18" charset="0"/>
                          </a:rPr>
                        </m:ctrlPr>
                      </m:dPr>
                      <m:e>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0</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𝑓</m:t>
                            </m:r>
                          </m:sub>
                        </m:sSub>
                      </m:e>
                    </m:d>
                    <m:r>
                      <a:rPr lang="zh-CN" altLang="en-US" sz="2400" i="1" smtClean="0">
                        <a:latin typeface="Cambria Math" panose="02040503050406030204" pitchFamily="18" charset="0"/>
                        <a:ea typeface="Cambria Math" panose="02040503050406030204" pitchFamily="18" charset="0"/>
                      </a:rPr>
                      <m:t>，</m:t>
                    </m:r>
                  </m:oMath>
                </a14:m>
                <a:r>
                  <a:rPr lang="zh-CN" altLang="en-US" sz="2400" dirty="0"/>
                  <a:t>矢量函数</a:t>
                </a:r>
                <a14:m>
                  <m:oMath xmlns:m="http://schemas.openxmlformats.org/officeDocument/2006/math">
                    <m:r>
                      <a:rPr lang="en-US" altLang="zh-CN" sz="2400" i="1">
                        <a:latin typeface="Cambria Math" panose="02040503050406030204" pitchFamily="18" charset="0"/>
                      </a:rPr>
                      <m:t>𝑓</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𝑡</m:t>
                        </m:r>
                      </m:e>
                    </m:d>
                    <m:r>
                      <a:rPr lang="en-US" altLang="zh-CN" sz="2400" i="1">
                        <a:latin typeface="Cambria Math" panose="02040503050406030204" pitchFamily="18" charset="0"/>
                      </a:rPr>
                      <m:t> </m:t>
                    </m:r>
                  </m:oMath>
                </a14:m>
                <a:r>
                  <a:rPr lang="zh-CN" altLang="en-US" sz="2400" dirty="0"/>
                  <a:t>是</a:t>
                </a:r>
                <a14:m>
                  <m:oMath xmlns:m="http://schemas.openxmlformats.org/officeDocument/2006/math">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𝑡</m:t>
                    </m:r>
                  </m:oMath>
                </a14:m>
                <a:r>
                  <a:rPr lang="zh-CN" altLang="en-US" sz="2400" dirty="0"/>
                  <a:t>的连续函数，并对</a:t>
                </a:r>
                <a14:m>
                  <m:oMath xmlns:m="http://schemas.openxmlformats.org/officeDocument/2006/math">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oMath>
                </a14:m>
                <a:r>
                  <a:rPr lang="zh-CN" altLang="en-US" sz="2400" dirty="0"/>
                  <a:t>和</a:t>
                </a:r>
                <a14:m>
                  <m:oMath xmlns:m="http://schemas.openxmlformats.org/officeDocument/2006/math">
                    <m:r>
                      <a:rPr lang="en-US" altLang="zh-CN" sz="2400" i="1">
                        <a:latin typeface="Cambria Math" panose="02040503050406030204" pitchFamily="18" charset="0"/>
                      </a:rPr>
                      <m:t>𝑡</m:t>
                    </m:r>
                  </m:oMath>
                </a14:m>
                <a:r>
                  <a:rPr lang="zh-CN" altLang="en-US" sz="2400" dirty="0"/>
                  <a:t>连续可微。若存在一个在</a:t>
                </a:r>
                <a14:m>
                  <m:oMath xmlns:m="http://schemas.openxmlformats.org/officeDocument/2006/math">
                    <m:d>
                      <m:dPr>
                        <m:begChr m:val="["/>
                        <m:endChr m:val="]"/>
                        <m:ctrlPr>
                          <a:rPr lang="en-US" altLang="zh-CN" sz="2400" i="1">
                            <a:latin typeface="Cambria Math" panose="02040503050406030204" pitchFamily="18" charset="0"/>
                            <a:ea typeface="Cambria Math" panose="02040503050406030204" pitchFamily="18" charset="0"/>
                          </a:rPr>
                        </m:ctrlPr>
                      </m:d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0</m:t>
                            </m:r>
                          </m:sub>
                        </m:sSub>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𝑓</m:t>
                            </m:r>
                          </m:sub>
                        </m:sSub>
                      </m:e>
                    </m:d>
                  </m:oMath>
                </a14:m>
                <a:r>
                  <a:rPr lang="zh-CN" altLang="en-US" sz="2400" dirty="0"/>
                  <a:t>区间内有第一类间断点的分段连续的控制作用</a:t>
                </a:r>
                <a14:m>
                  <m:oMath xmlns:m="http://schemas.openxmlformats.org/officeDocument/2006/math">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zh-CN" altLang="en-US" sz="2400" i="1">
                        <a:latin typeface="Cambria Math" panose="02040503050406030204" pitchFamily="18" charset="0"/>
                      </a:rPr>
                      <m:t>，</m:t>
                    </m:r>
                  </m:oMath>
                </a14:m>
                <a:r>
                  <a:rPr lang="zh-CN" altLang="en-US" sz="2400" dirty="0"/>
                  <a:t>能使系统从初态</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0</m:t>
                        </m:r>
                      </m:sub>
                    </m:sSub>
                  </m:oMath>
                </a14:m>
                <a:r>
                  <a:rPr lang="zh-CN" altLang="en-US" sz="2400" dirty="0"/>
                  <a:t>转移到终态</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𝑓</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𝑆</m:t>
                    </m:r>
                  </m:oMath>
                </a14:m>
                <a:r>
                  <a:rPr lang="zh-CN" altLang="en-US" sz="2400" dirty="0"/>
                  <a:t>并使下列性能指标：</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𝐽</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𝑢</m:t>
                          </m:r>
                        </m:e>
                      </m:d>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ea typeface="Cambria Math" panose="02040503050406030204" pitchFamily="18" charset="0"/>
                        </a:rPr>
                        <m:t>Φ</m:t>
                      </m:r>
                      <m:d>
                        <m:dPr>
                          <m:begChr m:val="["/>
                          <m:endChr m:val="]"/>
                          <m:ctrlPr>
                            <a:rPr lang="el-GR"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𝑥</m:t>
                          </m:r>
                          <m:d>
                            <m:dPr>
                              <m:ctrlPr>
                                <a:rPr lang="en-US" altLang="zh-CN" sz="2400" b="0" i="1" smtClean="0">
                                  <a:latin typeface="Cambria Math" panose="02040503050406030204" pitchFamily="18" charset="0"/>
                                  <a:ea typeface="Cambria Math" panose="02040503050406030204" pitchFamily="18" charset="0"/>
                                </a:rPr>
                              </m:ctrlPr>
                            </m:dPr>
                            <m:e>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𝑓</m:t>
                                  </m:r>
                                </m:sub>
                              </m:sSub>
                            </m:e>
                          </m:d>
                          <m:r>
                            <a:rPr lang="en-US" altLang="zh-CN" sz="2400" b="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𝑓</m:t>
                              </m:r>
                            </m:sub>
                          </m:sSub>
                        </m:e>
                      </m:d>
                      <m:r>
                        <a:rPr lang="en-US" altLang="zh-CN" sz="2400" b="0" i="1" smtClean="0">
                          <a:latin typeface="Cambria Math" panose="02040503050406030204" pitchFamily="18" charset="0"/>
                          <a:ea typeface="Cambria Math" panose="02040503050406030204" pitchFamily="18" charset="0"/>
                        </a:rPr>
                        <m:t>+</m:t>
                      </m:r>
                      <m:nary>
                        <m:naryPr>
                          <m:ctrlPr>
                            <a:rPr lang="en-US" altLang="zh-CN" sz="2400" b="0" i="1" smtClean="0">
                              <a:latin typeface="Cambria Math" panose="02040503050406030204" pitchFamily="18" charset="0"/>
                              <a:ea typeface="Cambria Math" panose="02040503050406030204" pitchFamily="18" charset="0"/>
                            </a:rPr>
                          </m:ctrlPr>
                        </m:naryPr>
                        <m:sub>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0</m:t>
                              </m:r>
                            </m:sub>
                          </m:sSub>
                        </m:sub>
                        <m:sup>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𝑓</m:t>
                              </m:r>
                            </m:sub>
                          </m:sSub>
                        </m:sup>
                        <m:e>
                          <m:r>
                            <a:rPr lang="en-US" altLang="zh-CN" sz="2400" b="0" i="1" smtClean="0">
                              <a:latin typeface="Cambria Math" panose="02040503050406030204" pitchFamily="18" charset="0"/>
                              <a:ea typeface="Cambria Math" panose="02040503050406030204" pitchFamily="18" charset="0"/>
                            </a:rPr>
                            <m:t>𝐿</m:t>
                          </m:r>
                          <m:d>
                            <m:dPr>
                              <m:begChr m:val="["/>
                              <m:endChr m:val="]"/>
                              <m:ctrlPr>
                                <a:rPr lang="en-US" altLang="zh-CN" sz="2400" b="0" i="1" smtClean="0">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b="0" i="1" smtClean="0">
                                  <a:latin typeface="Cambria Math" panose="02040503050406030204" pitchFamily="18" charset="0"/>
                                </a:rPr>
                                <m:t>𝑡</m:t>
                              </m:r>
                            </m:e>
                          </m:d>
                        </m:e>
                      </m:nary>
                      <m:r>
                        <a:rPr lang="en-US" altLang="zh-CN" sz="2400" b="0" i="1" smtClean="0">
                          <a:latin typeface="Cambria Math" panose="02040503050406030204" pitchFamily="18" charset="0"/>
                          <a:ea typeface="Cambria Math" panose="02040503050406030204" pitchFamily="18" charset="0"/>
                        </a:rPr>
                        <m:t>𝑑𝑡</m:t>
                      </m:r>
                    </m:oMath>
                  </m:oMathPara>
                </a14:m>
                <a:endParaRPr lang="en-US" altLang="zh-CN" sz="2400" dirty="0"/>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516562"/>
              </a:xfrm>
              <a:blipFill>
                <a:blip r:embed="rId3"/>
                <a:stretch>
                  <a:fillRect l="-1095" t="-1215" r="-949"/>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23</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文本框 7">
            <a:extLst>
              <a:ext uri="{FF2B5EF4-FFF2-40B4-BE49-F238E27FC236}">
                <a16:creationId xmlns:a16="http://schemas.microsoft.com/office/drawing/2014/main" id="{9FE77E28-763F-49C8-873A-CC8C4DB246D8}"/>
              </a:ext>
            </a:extLst>
          </p:cNvPr>
          <p:cNvSpPr txBox="1"/>
          <p:nvPr/>
        </p:nvSpPr>
        <p:spPr>
          <a:xfrm>
            <a:off x="7020272" y="2614749"/>
            <a:ext cx="1296144" cy="461665"/>
          </a:xfrm>
          <a:prstGeom prst="rect">
            <a:avLst/>
          </a:prstGeom>
          <a:noFill/>
        </p:spPr>
        <p:txBody>
          <a:bodyPr wrap="square" rtlCol="0">
            <a:spAutoFit/>
          </a:bodyPr>
          <a:lstStyle/>
          <a:p>
            <a:r>
              <a:rPr lang="zh-CN" altLang="en-US" sz="2400" dirty="0"/>
              <a:t>（</a:t>
            </a:r>
            <a:r>
              <a:rPr lang="en-US" altLang="zh-CN" sz="2400" dirty="0"/>
              <a:t>1.10</a:t>
            </a:r>
            <a:r>
              <a:rPr lang="zh-CN" altLang="en-US" sz="2400" dirty="0"/>
              <a:t>）</a:t>
            </a:r>
          </a:p>
        </p:txBody>
      </p:sp>
      <p:sp>
        <p:nvSpPr>
          <p:cNvPr id="9" name="文本框 8">
            <a:extLst>
              <a:ext uri="{FF2B5EF4-FFF2-40B4-BE49-F238E27FC236}">
                <a16:creationId xmlns:a16="http://schemas.microsoft.com/office/drawing/2014/main" id="{7FDAC58B-BB4C-4DCA-A95C-34DCFF628A81}"/>
              </a:ext>
            </a:extLst>
          </p:cNvPr>
          <p:cNvSpPr txBox="1"/>
          <p:nvPr/>
        </p:nvSpPr>
        <p:spPr>
          <a:xfrm>
            <a:off x="7020272" y="3418110"/>
            <a:ext cx="1296144" cy="461665"/>
          </a:xfrm>
          <a:prstGeom prst="rect">
            <a:avLst/>
          </a:prstGeom>
          <a:noFill/>
        </p:spPr>
        <p:txBody>
          <a:bodyPr wrap="square" rtlCol="0">
            <a:spAutoFit/>
          </a:bodyPr>
          <a:lstStyle/>
          <a:p>
            <a:r>
              <a:rPr lang="zh-CN" altLang="en-US" sz="2400" dirty="0"/>
              <a:t>（</a:t>
            </a:r>
            <a:r>
              <a:rPr lang="en-US" altLang="zh-CN" sz="2400" dirty="0"/>
              <a:t>1.11</a:t>
            </a:r>
            <a:r>
              <a:rPr lang="zh-CN" altLang="en-US" sz="2400" dirty="0"/>
              <a:t>）</a:t>
            </a:r>
          </a:p>
        </p:txBody>
      </p:sp>
      <p:sp>
        <p:nvSpPr>
          <p:cNvPr id="10" name="文本框 9">
            <a:extLst>
              <a:ext uri="{FF2B5EF4-FFF2-40B4-BE49-F238E27FC236}">
                <a16:creationId xmlns:a16="http://schemas.microsoft.com/office/drawing/2014/main" id="{2613FFB6-890F-43F4-B6A2-F16FC30DDE5C}"/>
              </a:ext>
            </a:extLst>
          </p:cNvPr>
          <p:cNvSpPr txBox="1"/>
          <p:nvPr/>
        </p:nvSpPr>
        <p:spPr>
          <a:xfrm>
            <a:off x="7092280" y="6021685"/>
            <a:ext cx="1296144" cy="461665"/>
          </a:xfrm>
          <a:prstGeom prst="rect">
            <a:avLst/>
          </a:prstGeom>
          <a:noFill/>
        </p:spPr>
        <p:txBody>
          <a:bodyPr wrap="square" rtlCol="0">
            <a:spAutoFit/>
          </a:bodyPr>
          <a:lstStyle/>
          <a:p>
            <a:r>
              <a:rPr lang="zh-CN" altLang="en-US" sz="2400" dirty="0"/>
              <a:t>（</a:t>
            </a:r>
            <a:r>
              <a:rPr lang="en-US" altLang="zh-CN" sz="2400" dirty="0"/>
              <a:t>1.12</a:t>
            </a:r>
            <a:r>
              <a:rPr lang="zh-CN" altLang="en-US" sz="2400" dirty="0"/>
              <a:t>）</a:t>
            </a:r>
          </a:p>
        </p:txBody>
      </p:sp>
    </p:spTree>
    <p:extLst>
      <p:ext uri="{BB962C8B-B14F-4D97-AF65-F5344CB8AC3E}">
        <p14:creationId xmlns:p14="http://schemas.microsoft.com/office/powerpoint/2010/main" val="4178394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259632" y="332656"/>
            <a:ext cx="6334968" cy="777875"/>
          </a:xfrm>
          <a:noFill/>
        </p:spPr>
        <p:txBody>
          <a:bodyPr/>
          <a:lstStyle/>
          <a:p>
            <a:r>
              <a:rPr lang="en-US" altLang="zh-CN" dirty="0">
                <a:solidFill>
                  <a:schemeClr val="hlink"/>
                </a:solidFill>
              </a:rPr>
              <a:t>1.1</a:t>
            </a:r>
            <a:r>
              <a:rPr lang="zh-CN" altLang="en-US" dirty="0">
                <a:solidFill>
                  <a:schemeClr val="hlink"/>
                </a:solidFill>
              </a:rPr>
              <a:t>最优控制问题的提法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516562"/>
              </a:xfrm>
            </p:spPr>
            <p:txBody>
              <a:bodyPr/>
              <a:lstStyle/>
              <a:p>
                <a:pPr marL="0" indent="0">
                  <a:buNone/>
                </a:pPr>
                <a:r>
                  <a:rPr lang="zh-CN" altLang="en-US" sz="2400" dirty="0"/>
                  <a:t>取得最大或最小值的控制作用</a:t>
                </a:r>
                <a14:m>
                  <m:oMath xmlns:m="http://schemas.openxmlformats.org/officeDocument/2006/math">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oMath>
                </a14:m>
                <a:r>
                  <a:rPr lang="zh-CN" altLang="en-US" sz="2400" dirty="0"/>
                  <a:t>称为最优控制，记为</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m:t>
                        </m:r>
                      </m:sup>
                    </m:s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zh-CN" altLang="en-US" sz="2400" i="1">
                        <a:latin typeface="Cambria Math" panose="02040503050406030204" pitchFamily="18" charset="0"/>
                      </a:rPr>
                      <m:t>，</m:t>
                    </m:r>
                  </m:oMath>
                </a14:m>
                <a:r>
                  <a:rPr lang="zh-CN" altLang="en-US" sz="2400" dirty="0"/>
                  <a:t>与之对应的</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称为最优轨线。记为</a:t>
                </a:r>
                <a14:m>
                  <m:oMath xmlns:m="http://schemas.openxmlformats.org/officeDocument/2006/math">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i="1">
                            <a:latin typeface="Cambria Math" panose="02040503050406030204" pitchFamily="18" charset="0"/>
                          </a:rPr>
                          <m:t>∗</m:t>
                        </m:r>
                      </m:sup>
                    </m:s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zh-CN" altLang="en-US" sz="2400" i="1">
                        <a:latin typeface="Cambria Math" panose="02040503050406030204" pitchFamily="18" charset="0"/>
                      </a:rPr>
                      <m:t>。</m:t>
                    </m:r>
                  </m:oMath>
                </a14:m>
                <a:endParaRPr lang="en-US" altLang="zh-CN" sz="2400" dirty="0"/>
              </a:p>
              <a:p>
                <a:pPr marL="0" indent="0">
                  <a:buNone/>
                </a:pPr>
                <a:r>
                  <a:rPr lang="zh-CN" altLang="en-US" sz="2400" dirty="0"/>
                  <a:t>其中，</a:t>
                </a:r>
                <a:r>
                  <a:rPr lang="el-GR" altLang="zh-CN" sz="2400" dirty="0">
                    <a:ea typeface="Cambria Math" panose="02040503050406030204" pitchFamily="18" charset="0"/>
                  </a:rPr>
                  <a:t> </a:t>
                </a:r>
                <a14:m>
                  <m:oMath xmlns:m="http://schemas.openxmlformats.org/officeDocument/2006/math">
                    <m:r>
                      <m:rPr>
                        <m:sty m:val="p"/>
                      </m:rPr>
                      <a:rPr lang="el-GR" altLang="zh-CN" sz="2400" i="1">
                        <a:latin typeface="Cambria Math" panose="02040503050406030204" pitchFamily="18" charset="0"/>
                        <a:ea typeface="Cambria Math" panose="02040503050406030204" pitchFamily="18" charset="0"/>
                      </a:rPr>
                      <m:t>Φ</m:t>
                    </m:r>
                    <m:d>
                      <m:dPr>
                        <m:begChr m:val="["/>
                        <m:endChr m:val="]"/>
                        <m:ctrlPr>
                          <a:rPr lang="el-GR"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𝑥</m:t>
                        </m:r>
                        <m:d>
                          <m:dPr>
                            <m:ctrlPr>
                              <a:rPr lang="en-US" altLang="zh-CN" sz="2400" i="1">
                                <a:latin typeface="Cambria Math" panose="02040503050406030204" pitchFamily="18" charset="0"/>
                                <a:ea typeface="Cambria Math" panose="02040503050406030204" pitchFamily="18" charset="0"/>
                              </a:rPr>
                            </m:ctrlPr>
                          </m:d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𝑓</m:t>
                                </m:r>
                              </m:sub>
                            </m:sSub>
                          </m:e>
                        </m:d>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𝑓</m:t>
                            </m:r>
                          </m:sub>
                        </m:sSub>
                      </m:e>
                    </m:d>
                  </m:oMath>
                </a14:m>
                <a:r>
                  <a:rPr lang="zh-CN" altLang="en-US" sz="2400" dirty="0"/>
                  <a:t>和</a:t>
                </a:r>
                <a14:m>
                  <m:oMath xmlns:m="http://schemas.openxmlformats.org/officeDocument/2006/math">
                    <m:r>
                      <a:rPr lang="en-US" altLang="zh-CN" sz="2400" i="1">
                        <a:latin typeface="Cambria Math" panose="02040503050406030204" pitchFamily="18" charset="0"/>
                        <a:ea typeface="Cambria Math" panose="02040503050406030204" pitchFamily="18" charset="0"/>
                      </a:rPr>
                      <m:t>𝐿</m:t>
                    </m:r>
                    <m:d>
                      <m:dPr>
                        <m:begChr m:val="["/>
                        <m:endChr m:val="]"/>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𝑡</m:t>
                        </m:r>
                      </m:e>
                    </m:d>
                  </m:oMath>
                </a14:m>
                <a:r>
                  <a:rPr lang="zh-CN" altLang="en-US" sz="2400" dirty="0"/>
                  <a:t>都是</a:t>
                </a:r>
                <a14:m>
                  <m:oMath xmlns:m="http://schemas.openxmlformats.org/officeDocument/2006/math">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𝑡</m:t>
                    </m:r>
                    <m:r>
                      <a:rPr lang="en-US" altLang="zh-CN" sz="2400" b="0" i="1" dirty="0" smtClean="0">
                        <a:latin typeface="Cambria Math" panose="02040503050406030204" pitchFamily="18" charset="0"/>
                      </a:rPr>
                      <m:t>)</m:t>
                    </m:r>
                  </m:oMath>
                </a14:m>
                <a:r>
                  <a:rPr lang="zh-CN" altLang="en-US" sz="2400" dirty="0"/>
                  <a:t>和</a:t>
                </a:r>
                <a14:m>
                  <m:oMath xmlns:m="http://schemas.openxmlformats.org/officeDocument/2006/math">
                    <m:r>
                      <a:rPr lang="en-US" altLang="zh-CN" sz="2400" b="0" i="1" dirty="0" smtClean="0">
                        <a:latin typeface="Cambria Math" panose="02040503050406030204" pitchFamily="18" charset="0"/>
                      </a:rPr>
                      <m:t>𝑡</m:t>
                    </m:r>
                  </m:oMath>
                </a14:m>
                <a:r>
                  <a:rPr lang="zh-CN" altLang="en-US" sz="2400" dirty="0"/>
                  <a:t>的连续可微函数。</a:t>
                </a:r>
                <a:endParaRPr lang="en-US" altLang="zh-CN" sz="2400" dirty="0"/>
              </a:p>
              <a:p>
                <a:pPr marL="0" indent="0">
                  <a:buNone/>
                </a:pPr>
                <a:r>
                  <a:rPr lang="zh-CN" altLang="en-US" sz="2400" dirty="0"/>
                  <a:t>       可见</a:t>
                </a:r>
                <a:r>
                  <a:rPr lang="en-US" altLang="zh-CN" sz="2400" dirty="0"/>
                  <a:t>,</a:t>
                </a:r>
                <a:r>
                  <a:rPr lang="zh-CN" altLang="en-US" sz="2400" dirty="0"/>
                  <a:t>最优控制属于系统综合与设计范畴。最优控制的任务是给定一个被控系统</a:t>
                </a:r>
                <a:r>
                  <a:rPr lang="en-US" altLang="zh-CN" sz="2400" dirty="0"/>
                  <a:t>(controlled system)</a:t>
                </a:r>
                <a:r>
                  <a:rPr lang="zh-CN" altLang="en-US" sz="2400" dirty="0"/>
                  <a:t>或被控过程</a:t>
                </a:r>
                <a:r>
                  <a:rPr lang="en-US" altLang="zh-CN" sz="2400" dirty="0"/>
                  <a:t>(controlled process)(</a:t>
                </a:r>
                <a:r>
                  <a:rPr lang="zh-CN" altLang="en-US" sz="2400" dirty="0"/>
                  <a:t>包括有关的约束条件和边界条件）以及性能指标</a:t>
                </a:r>
                <a:r>
                  <a:rPr lang="en-US" altLang="zh-CN" sz="2400" dirty="0"/>
                  <a:t>(performance index)</a:t>
                </a:r>
                <a:r>
                  <a:rPr lang="zh-CN" altLang="en-US" sz="2400" dirty="0"/>
                  <a:t>，如何设计相应的控制系统</a:t>
                </a:r>
                <a:r>
                  <a:rPr lang="en-US" altLang="zh-CN" sz="2400" dirty="0"/>
                  <a:t>(control system )</a:t>
                </a:r>
                <a:r>
                  <a:rPr lang="zh-CN" altLang="en-US" sz="2400" dirty="0"/>
                  <a:t>，使得在满足约束条件和边界条件的同时</a:t>
                </a:r>
                <a:r>
                  <a:rPr lang="en-US" altLang="zh-CN" sz="2400" dirty="0"/>
                  <a:t>,</a:t>
                </a:r>
                <a:r>
                  <a:rPr lang="zh-CN" altLang="en-US" sz="2400" dirty="0"/>
                  <a:t>其性能指标达到极小</a:t>
                </a:r>
                <a:r>
                  <a:rPr lang="en-US" altLang="zh-CN" sz="2400" dirty="0"/>
                  <a:t>(</a:t>
                </a:r>
                <a:r>
                  <a:rPr lang="zh-CN" altLang="en-US" sz="2400" dirty="0"/>
                  <a:t>或极大</a:t>
                </a:r>
                <a:r>
                  <a:rPr lang="en-US" altLang="zh-CN" sz="2400" dirty="0"/>
                  <a:t>)</a:t>
                </a:r>
                <a:r>
                  <a:rPr lang="zh-CN" altLang="en-US" sz="2400" dirty="0"/>
                  <a:t>。</a:t>
                </a:r>
                <a:endParaRPr lang="en-US" altLang="zh-CN" sz="1800" dirty="0"/>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516562"/>
              </a:xfrm>
              <a:blipFill>
                <a:blip r:embed="rId3"/>
                <a:stretch>
                  <a:fillRect l="-1095" t="-1215" r="-730"/>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24</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227812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79512" y="332656"/>
            <a:ext cx="8820150" cy="777875"/>
          </a:xfrm>
          <a:noFill/>
        </p:spPr>
        <p:txBody>
          <a:bodyPr/>
          <a:lstStyle/>
          <a:p>
            <a:r>
              <a:rPr lang="en-US" altLang="zh-CN" dirty="0">
                <a:solidFill>
                  <a:schemeClr val="hlink"/>
                </a:solidFill>
              </a:rPr>
              <a:t>1.2</a:t>
            </a:r>
            <a:r>
              <a:rPr lang="zh-CN" altLang="en-US" dirty="0">
                <a:solidFill>
                  <a:schemeClr val="hlink"/>
                </a:solidFill>
              </a:rPr>
              <a:t>最优控制问题的分类及求解方法</a:t>
            </a:r>
          </a:p>
        </p:txBody>
      </p:sp>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516562"/>
          </a:xfrm>
        </p:spPr>
        <p:txBody>
          <a:bodyPr/>
          <a:lstStyle/>
          <a:p>
            <a:pPr marL="0" indent="0">
              <a:buNone/>
            </a:pPr>
            <a:r>
              <a:rPr lang="zh-CN" altLang="en-US" sz="2400" dirty="0"/>
              <a:t>       了解什么是最优控制问题，可以按最优控制研究的对象和研究的问题做一个简要的分类。</a:t>
            </a:r>
            <a:endParaRPr lang="en-US" altLang="zh-CN" sz="2400" dirty="0"/>
          </a:p>
          <a:p>
            <a:pPr marL="0" indent="0">
              <a:buNone/>
            </a:pPr>
            <a:r>
              <a:rPr lang="zh-CN" altLang="en-US" sz="2400" b="1" dirty="0"/>
              <a:t>        </a:t>
            </a:r>
            <a:r>
              <a:rPr lang="en-US" altLang="zh-CN" sz="2400" b="1" dirty="0">
                <a:solidFill>
                  <a:schemeClr val="accent1">
                    <a:lumMod val="50000"/>
                  </a:schemeClr>
                </a:solidFill>
              </a:rPr>
              <a:t>1.2.1 </a:t>
            </a:r>
            <a:r>
              <a:rPr lang="zh-CN" altLang="en-US" sz="2400" b="1" dirty="0">
                <a:solidFill>
                  <a:schemeClr val="accent1">
                    <a:lumMod val="50000"/>
                  </a:schemeClr>
                </a:solidFill>
              </a:rPr>
              <a:t>最优控制问题的分类</a:t>
            </a:r>
            <a:endParaRPr lang="en-US" altLang="zh-CN" sz="2400" dirty="0">
              <a:solidFill>
                <a:schemeClr val="accent1">
                  <a:lumMod val="50000"/>
                </a:schemeClr>
              </a:solidFill>
            </a:endParaRPr>
          </a:p>
          <a:p>
            <a:pPr marL="0" indent="0">
              <a:buNone/>
            </a:pPr>
            <a:r>
              <a:rPr lang="en-US" altLang="zh-CN" sz="2400" dirty="0"/>
              <a:t>      </a:t>
            </a:r>
            <a:r>
              <a:rPr lang="zh-CN" altLang="en-US" sz="2800" b="1" dirty="0"/>
              <a:t>（</a:t>
            </a:r>
            <a:r>
              <a:rPr lang="en-US" altLang="zh-CN" sz="2800" b="1" dirty="0"/>
              <a:t>1</a:t>
            </a:r>
            <a:r>
              <a:rPr lang="zh-CN" altLang="en-US" sz="2800" b="1" dirty="0"/>
              <a:t>）</a:t>
            </a:r>
            <a:r>
              <a:rPr lang="zh-CN" altLang="en-US" sz="2800" b="1" dirty="0">
                <a:solidFill>
                  <a:srgbClr val="FF0000"/>
                </a:solidFill>
              </a:rPr>
              <a:t>无约束与有约束的最优化问题</a:t>
            </a:r>
            <a:endParaRPr lang="en-US" altLang="zh-CN" sz="2800" b="1" dirty="0">
              <a:solidFill>
                <a:srgbClr val="FF0000"/>
              </a:solidFill>
            </a:endParaRPr>
          </a:p>
          <a:p>
            <a:pPr marL="0" indent="0">
              <a:buNone/>
            </a:pPr>
            <a:r>
              <a:rPr lang="zh-CN" altLang="en-US" sz="2400" dirty="0"/>
              <a:t>       研究最优控制的目的就是要求解使性能指标最优的控制作用，如果控制变量的取值范围是不受限制的，则称为无约束的最优化问题，这类问题比较简单</a:t>
            </a:r>
            <a:r>
              <a:rPr lang="en-US" altLang="zh-CN" sz="2400" dirty="0"/>
              <a:t>,</a:t>
            </a:r>
            <a:r>
              <a:rPr lang="zh-CN" altLang="en-US" sz="2400" dirty="0"/>
              <a:t>问题的最优解就是性能指标的极值。</a:t>
            </a:r>
          </a:p>
          <a:p>
            <a:pPr marL="0" indent="0">
              <a:buNone/>
            </a:pPr>
            <a:r>
              <a:rPr lang="zh-CN" altLang="en-US" sz="2400" dirty="0"/>
              <a:t>       但是，在实际的控制问题中，控制变量的取值范围总是要受一定的条件约束，控制变量在一定条件约束下来研究性能指标的最优问题称为有约束条件的最优化问题。约束条件可划分为等式约束和不等式约束条件</a:t>
            </a:r>
            <a:r>
              <a:rPr lang="en-US" altLang="zh-CN" sz="2400" dirty="0"/>
              <a:t>,</a:t>
            </a:r>
            <a:r>
              <a:rPr lang="zh-CN" altLang="en-US" sz="2400" dirty="0"/>
              <a:t>因此有约束条件的最优化问题也就可以分为等式约束下的最优化问题和不等式约束条件下的最优化问题。</a:t>
            </a:r>
            <a:endParaRPr lang="en-US" altLang="zh-CN" sz="14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25</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296555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79512" y="332656"/>
            <a:ext cx="8820150" cy="777875"/>
          </a:xfrm>
          <a:noFill/>
        </p:spPr>
        <p:txBody>
          <a:bodyPr/>
          <a:lstStyle/>
          <a:p>
            <a:r>
              <a:rPr lang="en-US" altLang="zh-CN" dirty="0">
                <a:solidFill>
                  <a:schemeClr val="hlink"/>
                </a:solidFill>
              </a:rPr>
              <a:t>1.2</a:t>
            </a:r>
            <a:r>
              <a:rPr lang="zh-CN" altLang="en-US" dirty="0">
                <a:solidFill>
                  <a:schemeClr val="hlink"/>
                </a:solidFill>
              </a:rPr>
              <a:t>最优控制问题的分类及求解方法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516562"/>
              </a:xfrm>
            </p:spPr>
            <p:txBody>
              <a:bodyPr/>
              <a:lstStyle/>
              <a:p>
                <a:pPr marL="0" indent="0">
                  <a:buNone/>
                </a:pPr>
                <a:r>
                  <a:rPr lang="zh-CN" altLang="en-US" sz="2400" dirty="0"/>
                  <a:t>       例如，某公司要在规定的时间内对其产品的生产做一个计划，那么它必须根据库存量、市场对该产品的需求量以及生产率来考虑</a:t>
                </a:r>
                <a:r>
                  <a:rPr lang="en-US" altLang="zh-CN" sz="2400" dirty="0"/>
                  <a:t>,</a:t>
                </a:r>
                <a:r>
                  <a:rPr lang="zh-CN" altLang="en-US" sz="2400" dirty="0"/>
                  <a:t>使产品的生产成本最低。那么这个问题就是一个经济学的最优控制问题。</a:t>
                </a:r>
              </a:p>
              <a:p>
                <a:pPr marL="0" indent="0">
                  <a:buNone/>
                </a:pPr>
                <a:r>
                  <a:rPr lang="zh-CN" altLang="en-US" sz="2400" dirty="0"/>
                  <a:t>       设</a:t>
                </a:r>
                <a14:m>
                  <m:oMath xmlns:m="http://schemas.openxmlformats.org/officeDocument/2006/math">
                    <m:r>
                      <a:rPr lang="en-US" altLang="zh-CN" sz="2400" i="1" dirty="0" smtClean="0">
                        <a:latin typeface="Cambria Math" panose="02040503050406030204" pitchFamily="18" charset="0"/>
                      </a:rPr>
                      <m:t>𝑇</m:t>
                    </m:r>
                  </m:oMath>
                </a14:m>
                <a:r>
                  <a:rPr lang="zh-CN" altLang="en-US" sz="2400" dirty="0"/>
                  <a:t>是一个固定时间，</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表示在时刻</a:t>
                </a: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𝑇</m:t>
                    </m:r>
                    <m:r>
                      <a:rPr lang="en-US" altLang="zh-CN" sz="2400" b="0" i="1" smtClean="0">
                        <a:latin typeface="Cambria Math" panose="02040503050406030204" pitchFamily="18" charset="0"/>
                      </a:rPr>
                      <m:t>)</m:t>
                    </m:r>
                  </m:oMath>
                </a14:m>
                <a:r>
                  <a:rPr lang="zh-CN" altLang="en-US" sz="2400" dirty="0"/>
                  <a:t>时的产品存货量，</a:t>
                </a:r>
                <a14:m>
                  <m:oMath xmlns:m="http://schemas.openxmlformats.org/officeDocument/2006/math">
                    <m:r>
                      <a:rPr lang="en-US" altLang="zh-CN" sz="2400" i="1" dirty="0" smtClean="0">
                        <a:latin typeface="Cambria Math" panose="02040503050406030204" pitchFamily="18" charset="0"/>
                      </a:rPr>
                      <m:t>𝑟</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 </m:t>
                    </m:r>
                  </m:oMath>
                </a14:m>
                <a:r>
                  <a:rPr lang="zh-CN" altLang="en-US" sz="2400" dirty="0"/>
                  <a:t>表示在时刻</a:t>
                </a:r>
                <a14:m>
                  <m:oMath xmlns:m="http://schemas.openxmlformats.org/officeDocument/2006/math">
                    <m:r>
                      <a:rPr lang="en-US" altLang="zh-CN" sz="2400" i="1" dirty="0" smtClean="0">
                        <a:latin typeface="Cambria Math" panose="02040503050406030204" pitchFamily="18" charset="0"/>
                      </a:rPr>
                      <m:t>𝑡</m:t>
                    </m:r>
                  </m:oMath>
                </a14:m>
                <a:r>
                  <a:rPr lang="zh-CN" altLang="en-US" sz="2400" dirty="0"/>
                  <a:t>时对产品的需求率。这里假定</a:t>
                </a:r>
                <a14:m>
                  <m:oMath xmlns:m="http://schemas.openxmlformats.org/officeDocument/2006/math">
                    <m:r>
                      <a:rPr lang="en-US" altLang="zh-CN" sz="2400" i="1" dirty="0" smtClean="0">
                        <a:latin typeface="Cambria Math" panose="02040503050406030204" pitchFamily="18" charset="0"/>
                      </a:rPr>
                      <m:t>𝑟</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是一个定义上的时间</a:t>
                </a:r>
                <a14:m>
                  <m:oMath xmlns:m="http://schemas.openxmlformats.org/officeDocument/2006/math">
                    <m:r>
                      <a:rPr lang="en-US" altLang="zh-CN" sz="2400" i="1" dirty="0" smtClean="0">
                        <a:latin typeface="Cambria Math" panose="02040503050406030204" pitchFamily="18" charset="0"/>
                      </a:rPr>
                      <m:t>𝑡</m:t>
                    </m:r>
                  </m:oMath>
                </a14:m>
                <a:r>
                  <a:rPr lang="zh-CN" altLang="en-US" sz="2400" dirty="0"/>
                  <a:t>的已知连续函数，</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表示在时刻</a:t>
                </a:r>
                <a14:m>
                  <m:oMath xmlns:m="http://schemas.openxmlformats.org/officeDocument/2006/math">
                    <m:r>
                      <a:rPr lang="en-US" altLang="zh-CN" sz="2400" i="1" dirty="0" smtClean="0">
                        <a:latin typeface="Cambria Math" panose="02040503050406030204" pitchFamily="18" charset="0"/>
                      </a:rPr>
                      <m:t>𝑡</m:t>
                    </m:r>
                  </m:oMath>
                </a14:m>
                <a:endParaRPr lang="en-US" altLang="zh-CN" sz="2400" dirty="0"/>
              </a:p>
              <a:p>
                <a:pPr marL="0" indent="0">
                  <a:buNone/>
                </a:pPr>
                <a:r>
                  <a:rPr lang="zh-CN" altLang="en-US" sz="2400" dirty="0"/>
                  <a:t>的生产率，函数</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由生产计划人员来选取</a:t>
                </a:r>
                <a:r>
                  <a:rPr lang="en-US" altLang="zh-CN" sz="2400" dirty="0"/>
                  <a:t>,</a:t>
                </a:r>
                <a:r>
                  <a:rPr lang="zh-CN" altLang="en-US" sz="2400" dirty="0"/>
                  <a:t>它就是生产计划或者叫做控制。取</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为分段连续函数，则存货量由微分方程</a:t>
                </a:r>
                <a:endParaRPr lang="en-US" altLang="zh-CN" sz="2400" dirty="0"/>
              </a:p>
              <a:p>
                <a:pPr marL="0" indent="0">
                  <a:buNone/>
                </a:pPr>
                <a14:m>
                  <m:oMathPara xmlns:m="http://schemas.openxmlformats.org/officeDocument/2006/math">
                    <m:oMathParaPr>
                      <m:jc m:val="centerGroup"/>
                    </m:oMathParaPr>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𝑑𝑥</m:t>
                          </m:r>
                        </m:num>
                        <m:den>
                          <m:r>
                            <a:rPr lang="en-US" altLang="zh-CN" sz="2400" b="0" i="1" smtClean="0">
                              <a:latin typeface="Cambria Math" panose="02040503050406030204" pitchFamily="18" charset="0"/>
                            </a:rPr>
                            <m:t>𝑑𝑡</m:t>
                          </m:r>
                        </m:den>
                      </m:f>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𝑟</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0</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0</m:t>
                          </m:r>
                        </m:sub>
                      </m:sSub>
                    </m:oMath>
                  </m:oMathPara>
                </a14:m>
                <a:endParaRPr lang="en-US" altLang="zh-CN" sz="2400" dirty="0"/>
              </a:p>
              <a:p>
                <a:pPr marL="0" indent="0">
                  <a:buNone/>
                </a:pPr>
                <a:r>
                  <a:rPr lang="zh-CN" altLang="en-US" sz="2400" dirty="0"/>
                  <a:t>确定，其中</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0</m:t>
                        </m:r>
                      </m:sub>
                    </m:sSub>
                  </m:oMath>
                </a14:m>
                <a:r>
                  <a:rPr lang="zh-CN" altLang="en-US" sz="2400" dirty="0"/>
                  <a:t>是原来的库存量。</a:t>
                </a:r>
                <a:endParaRPr lang="en-US" altLang="zh-CN" sz="2400" dirty="0"/>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516562"/>
              </a:xfrm>
              <a:blipFill>
                <a:blip r:embed="rId3"/>
                <a:stretch>
                  <a:fillRect l="-1095" t="-1215"/>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26</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文本框 7">
            <a:extLst>
              <a:ext uri="{FF2B5EF4-FFF2-40B4-BE49-F238E27FC236}">
                <a16:creationId xmlns:a16="http://schemas.microsoft.com/office/drawing/2014/main" id="{94254B17-9F7B-405B-B4AB-5AD6A259483B}"/>
              </a:ext>
            </a:extLst>
          </p:cNvPr>
          <p:cNvSpPr txBox="1"/>
          <p:nvPr/>
        </p:nvSpPr>
        <p:spPr>
          <a:xfrm>
            <a:off x="7092280" y="5343747"/>
            <a:ext cx="1296144" cy="461665"/>
          </a:xfrm>
          <a:prstGeom prst="rect">
            <a:avLst/>
          </a:prstGeom>
          <a:noFill/>
        </p:spPr>
        <p:txBody>
          <a:bodyPr wrap="square" rtlCol="0">
            <a:spAutoFit/>
          </a:bodyPr>
          <a:lstStyle/>
          <a:p>
            <a:r>
              <a:rPr lang="zh-CN" altLang="en-US" sz="2400" dirty="0"/>
              <a:t>（</a:t>
            </a:r>
            <a:r>
              <a:rPr lang="en-US" altLang="zh-CN" sz="2400" dirty="0"/>
              <a:t>1.13</a:t>
            </a:r>
            <a:r>
              <a:rPr lang="zh-CN" altLang="en-US" sz="2400" dirty="0"/>
              <a:t>）</a:t>
            </a:r>
          </a:p>
        </p:txBody>
      </p:sp>
    </p:spTree>
    <p:extLst>
      <p:ext uri="{BB962C8B-B14F-4D97-AF65-F5344CB8AC3E}">
        <p14:creationId xmlns:p14="http://schemas.microsoft.com/office/powerpoint/2010/main" val="3351974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79512" y="332656"/>
            <a:ext cx="8820150" cy="777875"/>
          </a:xfrm>
          <a:noFill/>
        </p:spPr>
        <p:txBody>
          <a:bodyPr/>
          <a:lstStyle/>
          <a:p>
            <a:r>
              <a:rPr lang="en-US" altLang="zh-CN" dirty="0">
                <a:solidFill>
                  <a:schemeClr val="hlink"/>
                </a:solidFill>
              </a:rPr>
              <a:t>1.2</a:t>
            </a:r>
            <a:r>
              <a:rPr lang="zh-CN" altLang="en-US" dirty="0">
                <a:solidFill>
                  <a:schemeClr val="hlink"/>
                </a:solidFill>
              </a:rPr>
              <a:t>最优控制问题的分类及求解方法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516562"/>
              </a:xfrm>
            </p:spPr>
            <p:txBody>
              <a:bodyPr/>
              <a:lstStyle/>
              <a:p>
                <a:pPr marL="0" indent="0">
                  <a:buNone/>
                </a:pPr>
                <a:r>
                  <a:rPr lang="zh-CN" altLang="en-US" sz="2400" dirty="0"/>
                  <a:t>       例如，某公司要在规定的时间内对其产品的生产做一个计划，那么它必须根据库存量、市场对该产品的需求量以及生产率来考虑</a:t>
                </a:r>
                <a:r>
                  <a:rPr lang="en-US" altLang="zh-CN" sz="2400" dirty="0"/>
                  <a:t>,</a:t>
                </a:r>
                <a:r>
                  <a:rPr lang="zh-CN" altLang="en-US" sz="2400" dirty="0"/>
                  <a:t>使产品的生产成本最低。那么这个问题就是一个经济学的最优控制问题。</a:t>
                </a:r>
              </a:p>
              <a:p>
                <a:pPr marL="0" indent="0">
                  <a:buNone/>
                </a:pPr>
                <a:r>
                  <a:rPr lang="zh-CN" altLang="en-US" sz="2400" dirty="0"/>
                  <a:t>       设该产品在单位时间内的生产成本是生产率的函数，即单位时间的生产成本是</a:t>
                </a:r>
                <a14:m>
                  <m:oMath xmlns:m="http://schemas.openxmlformats.org/officeDocument/2006/math">
                    <m:r>
                      <a:rPr lang="en-US" altLang="zh-CN" sz="2400" i="1" dirty="0" smtClean="0">
                        <a:latin typeface="Cambria Math" panose="02040503050406030204" pitchFamily="18" charset="0"/>
                      </a:rPr>
                      <m:t>h</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a:t>
                </a:r>
                <a14:m>
                  <m:oMath xmlns:m="http://schemas.openxmlformats.org/officeDocument/2006/math">
                    <m:r>
                      <a:rPr lang="en-US" altLang="zh-CN" sz="2400" i="1" dirty="0" smtClean="0">
                        <a:latin typeface="Cambria Math" panose="02040503050406030204" pitchFamily="18" charset="0"/>
                      </a:rPr>
                      <m:t>𝑏</m:t>
                    </m:r>
                    <m:r>
                      <a:rPr lang="en-US" altLang="zh-CN" sz="2400" i="1" dirty="0" smtClean="0">
                        <a:latin typeface="Cambria Math" panose="02040503050406030204" pitchFamily="18" charset="0"/>
                      </a:rPr>
                      <m:t>&gt;0</m:t>
                    </m:r>
                  </m:oMath>
                </a14:m>
                <a:r>
                  <a:rPr lang="zh-CN" altLang="en-US" sz="2400" dirty="0"/>
                  <a:t>是单位时间贮藏单位商品的费用。于是，在时刻</a:t>
                </a:r>
                <a14:m>
                  <m:oMath xmlns:m="http://schemas.openxmlformats.org/officeDocument/2006/math">
                    <m:r>
                      <a:rPr lang="en-US" altLang="zh-CN" sz="2400" i="1" dirty="0" smtClean="0">
                        <a:latin typeface="Cambria Math" panose="02040503050406030204" pitchFamily="18" charset="0"/>
                      </a:rPr>
                      <m:t>𝑡</m:t>
                    </m:r>
                  </m:oMath>
                </a14:m>
                <a:r>
                  <a:rPr lang="zh-CN" altLang="en-US" sz="2400" dirty="0"/>
                  <a:t>的该公司生产这个产品的单位时间的成本是：</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h</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𝑏𝑟</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m:oMathPara>
                </a14:m>
                <a:endParaRPr lang="en-US" altLang="zh-CN" sz="2400" dirty="0"/>
              </a:p>
              <a:p>
                <a:pPr marL="0" indent="0">
                  <a:buNone/>
                </a:pPr>
                <a:r>
                  <a:rPr lang="en-US" altLang="zh-CN" sz="2400" dirty="0"/>
                  <a:t>        </a:t>
                </a:r>
                <a:r>
                  <a:rPr lang="zh-CN" altLang="en-US" sz="2400" dirty="0"/>
                  <a:t>因此，在规定时间</a:t>
                </a:r>
                <a14:m>
                  <m:oMath xmlns:m="http://schemas.openxmlformats.org/officeDocument/2006/math">
                    <m:r>
                      <a:rPr lang="en-US" altLang="zh-CN" sz="2400" i="1" dirty="0" smtClean="0">
                        <a:latin typeface="Cambria Math" panose="02040503050406030204" pitchFamily="18" charset="0"/>
                      </a:rPr>
                      <m:t>𝑇</m:t>
                    </m:r>
                  </m:oMath>
                </a14:m>
                <a:r>
                  <a:rPr lang="zh-CN" altLang="en-US" sz="2400" dirty="0"/>
                  <a:t>内生产该产品的总成本为</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𝐽</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𝑢</m:t>
                          </m:r>
                        </m:e>
                      </m:d>
                      <m:r>
                        <a:rPr lang="en-US" altLang="zh-CN" sz="2400" b="0" i="1" smtClean="0">
                          <a:latin typeface="Cambria Math" panose="02040503050406030204" pitchFamily="18" charset="0"/>
                        </a:rPr>
                        <m:t>=</m:t>
                      </m:r>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r>
                            <a:rPr lang="en-US" altLang="zh-CN" sz="2400" b="0" i="1" smtClean="0">
                              <a:latin typeface="Cambria Math" panose="02040503050406030204" pitchFamily="18" charset="0"/>
                            </a:rPr>
                            <m:t>𝑇</m:t>
                          </m:r>
                        </m:sup>
                        <m:e>
                          <m:r>
                            <a:rPr lang="en-US" altLang="zh-CN" sz="2400" i="1">
                              <a:latin typeface="Cambria Math" panose="02040503050406030204" pitchFamily="18" charset="0"/>
                            </a:rPr>
                            <m:t>𝑓</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𝑥</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i="1">
                                  <a:latin typeface="Cambria Math" panose="02040503050406030204" pitchFamily="18" charset="0"/>
                                </a:rPr>
                                <m:t>𝑢</m:t>
                              </m:r>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m:t>
                              </m:r>
                            </m:e>
                          </m:d>
                          <m:r>
                            <a:rPr lang="en-US" altLang="zh-CN" sz="2400" b="0" i="1" smtClean="0">
                              <a:latin typeface="Cambria Math" panose="02040503050406030204" pitchFamily="18" charset="0"/>
                            </a:rPr>
                            <m:t>𝑑𝑡</m:t>
                          </m:r>
                        </m:e>
                      </m:nary>
                    </m:oMath>
                  </m:oMathPara>
                </a14:m>
                <a:endParaRPr lang="en-US" altLang="zh-CN" sz="2400" dirty="0"/>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351838" cy="5516562"/>
              </a:xfrm>
              <a:blipFill>
                <a:blip r:embed="rId3"/>
                <a:stretch>
                  <a:fillRect l="-1095" t="-1215" r="-219"/>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27</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文本框 7">
            <a:extLst>
              <a:ext uri="{FF2B5EF4-FFF2-40B4-BE49-F238E27FC236}">
                <a16:creationId xmlns:a16="http://schemas.microsoft.com/office/drawing/2014/main" id="{87653465-38B6-4730-B4F8-93A8CA9EAA42}"/>
              </a:ext>
            </a:extLst>
          </p:cNvPr>
          <p:cNvSpPr txBox="1"/>
          <p:nvPr/>
        </p:nvSpPr>
        <p:spPr>
          <a:xfrm>
            <a:off x="7164288" y="4365104"/>
            <a:ext cx="1296144" cy="461665"/>
          </a:xfrm>
          <a:prstGeom prst="rect">
            <a:avLst/>
          </a:prstGeom>
          <a:noFill/>
        </p:spPr>
        <p:txBody>
          <a:bodyPr wrap="square" rtlCol="0">
            <a:spAutoFit/>
          </a:bodyPr>
          <a:lstStyle/>
          <a:p>
            <a:r>
              <a:rPr lang="zh-CN" altLang="en-US" sz="2400" dirty="0"/>
              <a:t>（</a:t>
            </a:r>
            <a:r>
              <a:rPr lang="en-US" altLang="zh-CN" sz="2400" dirty="0"/>
              <a:t>1.14</a:t>
            </a:r>
            <a:r>
              <a:rPr lang="zh-CN" altLang="en-US" sz="2400" dirty="0"/>
              <a:t>）</a:t>
            </a:r>
          </a:p>
        </p:txBody>
      </p:sp>
      <p:sp>
        <p:nvSpPr>
          <p:cNvPr id="9" name="文本框 8">
            <a:extLst>
              <a:ext uri="{FF2B5EF4-FFF2-40B4-BE49-F238E27FC236}">
                <a16:creationId xmlns:a16="http://schemas.microsoft.com/office/drawing/2014/main" id="{A7E2F451-BFFC-40D7-A284-6E58780B615B}"/>
              </a:ext>
            </a:extLst>
          </p:cNvPr>
          <p:cNvSpPr txBox="1"/>
          <p:nvPr/>
        </p:nvSpPr>
        <p:spPr>
          <a:xfrm>
            <a:off x="7164288" y="5343747"/>
            <a:ext cx="1296144" cy="461665"/>
          </a:xfrm>
          <a:prstGeom prst="rect">
            <a:avLst/>
          </a:prstGeom>
          <a:noFill/>
        </p:spPr>
        <p:txBody>
          <a:bodyPr wrap="square" rtlCol="0">
            <a:spAutoFit/>
          </a:bodyPr>
          <a:lstStyle/>
          <a:p>
            <a:r>
              <a:rPr lang="zh-CN" altLang="en-US" sz="2400" dirty="0"/>
              <a:t>（</a:t>
            </a:r>
            <a:r>
              <a:rPr lang="en-US" altLang="zh-CN" sz="2400" dirty="0"/>
              <a:t>1.15</a:t>
            </a:r>
            <a:r>
              <a:rPr lang="zh-CN" altLang="en-US" sz="2400" dirty="0"/>
              <a:t>）</a:t>
            </a:r>
          </a:p>
        </p:txBody>
      </p:sp>
    </p:spTree>
    <p:extLst>
      <p:ext uri="{BB962C8B-B14F-4D97-AF65-F5344CB8AC3E}">
        <p14:creationId xmlns:p14="http://schemas.microsoft.com/office/powerpoint/2010/main" val="90919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9">
            <a:extLst>
              <a:ext uri="{FF2B5EF4-FFF2-40B4-BE49-F238E27FC236}">
                <a16:creationId xmlns:a16="http://schemas.microsoft.com/office/drawing/2014/main" id="{156DEF93-5B4A-4764-8DA0-46DCD50C5431}"/>
              </a:ext>
            </a:extLst>
          </p:cNvPr>
          <p:cNvSpPr>
            <a:spLocks noGrp="1" noChangeArrowheads="1"/>
          </p:cNvSpPr>
          <p:nvPr>
            <p:ph type="title"/>
          </p:nvPr>
        </p:nvSpPr>
        <p:spPr>
          <a:xfrm>
            <a:off x="179512" y="332656"/>
            <a:ext cx="8820150" cy="777875"/>
          </a:xfrm>
          <a:noFill/>
        </p:spPr>
        <p:txBody>
          <a:bodyPr/>
          <a:lstStyle/>
          <a:p>
            <a:r>
              <a:rPr lang="en-US" altLang="zh-CN" dirty="0">
                <a:solidFill>
                  <a:schemeClr val="hlink"/>
                </a:solidFill>
              </a:rPr>
              <a:t>1.2</a:t>
            </a:r>
            <a:r>
              <a:rPr lang="zh-CN" altLang="en-US" dirty="0">
                <a:solidFill>
                  <a:schemeClr val="hlink"/>
                </a:solidFill>
              </a:rPr>
              <a:t>最优控制问题的分类及求解方法</a:t>
            </a:r>
          </a:p>
        </p:txBody>
      </p:sp>
      <mc:AlternateContent xmlns:mc="http://schemas.openxmlformats.org/markup-compatibility/2006" xmlns:a14="http://schemas.microsoft.com/office/drawing/2010/main">
        <mc:Choice Requires="a14">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568630" cy="5516562"/>
              </a:xfrm>
            </p:spPr>
            <p:txBody>
              <a:bodyPr/>
              <a:lstStyle/>
              <a:p>
                <a:pPr marL="0" indent="0">
                  <a:buNone/>
                </a:pPr>
                <a:r>
                  <a:rPr lang="zh-CN" altLang="en-US" sz="2400" dirty="0"/>
                  <a:t>       对于生产计划人员来说，就是要选取一个控制</a:t>
                </a:r>
                <a14:m>
                  <m:oMath xmlns:m="http://schemas.openxmlformats.org/officeDocument/2006/math">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使得总成本</a:t>
                </a:r>
                <a14:m>
                  <m:oMath xmlns:m="http://schemas.openxmlformats.org/officeDocument/2006/math">
                    <m:r>
                      <a:rPr lang="en-US" altLang="zh-CN" sz="2400" b="0" i="1" smtClean="0">
                        <a:latin typeface="Cambria Math" panose="02040503050406030204" pitchFamily="18" charset="0"/>
                      </a:rPr>
                      <m:t>𝐽</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zh-CN" altLang="en-US" sz="2400" i="1">
                        <a:latin typeface="Cambria Math" panose="02040503050406030204" pitchFamily="18" charset="0"/>
                      </a:rPr>
                      <m:t>达到</m:t>
                    </m:r>
                  </m:oMath>
                </a14:m>
                <a:r>
                  <a:rPr lang="zh-CN" altLang="en-US" sz="2400" dirty="0"/>
                  <a:t>极小值。</a:t>
                </a:r>
                <a:endParaRPr lang="en-US" altLang="zh-CN" sz="2400" dirty="0"/>
              </a:p>
              <a:p>
                <a:pPr marL="0" indent="0">
                  <a:buNone/>
                </a:pPr>
                <a:r>
                  <a:rPr lang="zh-CN" altLang="en-US" sz="2400" dirty="0"/>
                  <a:t>       如果对于</a:t>
                </a:r>
                <a14:m>
                  <m:oMath xmlns:m="http://schemas.openxmlformats.org/officeDocument/2006/math">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a:t>
                </a:r>
                <a14:m>
                  <m:oMath xmlns:m="http://schemas.openxmlformats.org/officeDocument/2006/math">
                    <m:r>
                      <a:rPr lang="en-US" altLang="zh-CN" sz="2400" i="1" dirty="0" smtClean="0">
                        <a:latin typeface="Cambria Math" panose="02040503050406030204" pitchFamily="18" charset="0"/>
                      </a:rPr>
                      <m:t>𝑟</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和</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不加任何的限制，那么这就是一个无约束的最优化问题。但从的实际意义来看，公司的库存量不可能是无限的，要受一定条件的限制：</a:t>
                </a:r>
                <a:endParaRPr lang="en-US" altLang="zh-CN" sz="2400" dirty="0"/>
              </a:p>
              <a:p>
                <a:pPr marL="0" indent="0">
                  <a:buNone/>
                </a:pPr>
                <a:r>
                  <a:rPr lang="en-US" altLang="zh-CN" sz="2400" b="0" dirty="0"/>
                  <a:t>      </a:t>
                </a:r>
                <a14:m>
                  <m:oMath xmlns:m="http://schemas.openxmlformats.org/officeDocument/2006/math">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oMath>
                </a14:m>
                <a:r>
                  <a:rPr lang="en-US" altLang="zh-CN" sz="2400" dirty="0"/>
                  <a:t>        </a:t>
                </a:r>
                <a14:m>
                  <m:oMath xmlns:m="http://schemas.openxmlformats.org/officeDocument/2006/math">
                    <m:r>
                      <a:rPr lang="en-US" altLang="zh-CN" sz="2400" i="1" dirty="0" smtClean="0">
                        <a:latin typeface="Cambria Math" panose="02040503050406030204" pitchFamily="18" charset="0"/>
                      </a:rPr>
                      <m:t>𝐴</m:t>
                    </m:r>
                  </m:oMath>
                </a14:m>
                <a:r>
                  <a:rPr lang="zh-CN" altLang="en-US" sz="2400" dirty="0"/>
                  <a:t>为公司最大库存量</a:t>
                </a:r>
                <a:endParaRPr lang="en-US" altLang="zh-CN" sz="2400" dirty="0"/>
              </a:p>
              <a:p>
                <a:pPr marL="0" indent="0">
                  <a:buNone/>
                </a:pPr>
                <a:r>
                  <a:rPr lang="en-US" altLang="zh-CN" sz="2400" dirty="0"/>
                  <a:t>     </a:t>
                </a:r>
                <a:r>
                  <a:rPr lang="zh-CN" altLang="en-US" sz="2400" dirty="0"/>
                  <a:t>生产计划</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是公司的生产率，要受公司生产设备的限制：</a:t>
                </a:r>
                <a:endParaRPr lang="en-US" altLang="zh-CN" sz="2400" dirty="0"/>
              </a:p>
              <a:p>
                <a:pPr marL="0" indent="0">
                  <a:buNone/>
                </a:pPr>
                <a:r>
                  <a:rPr lang="en-US" altLang="zh-CN" sz="2400" dirty="0"/>
                  <a:t>      </a:t>
                </a:r>
                <a14:m>
                  <m:oMath xmlns:m="http://schemas.openxmlformats.org/officeDocument/2006/math">
                    <m:r>
                      <a:rPr lang="en-US" altLang="zh-CN" sz="2400" i="1">
                        <a:latin typeface="Cambria Math" panose="02040503050406030204" pitchFamily="18" charset="0"/>
                      </a:rPr>
                      <m:t>0≤</m:t>
                    </m:r>
                    <m:r>
                      <a:rPr lang="en-US" altLang="zh-CN" sz="2400" b="0" i="1" smtClean="0">
                        <a:latin typeface="Cambria Math" panose="02040503050406030204" pitchFamily="18" charset="0"/>
                      </a:rPr>
                      <m:t>𝑢</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b="0" i="1" smtClean="0">
                        <a:latin typeface="Cambria Math" panose="02040503050406030204" pitchFamily="18" charset="0"/>
                      </a:rPr>
                      <m:t>𝐵</m:t>
                    </m:r>
                  </m:oMath>
                </a14:m>
                <a:r>
                  <a:rPr lang="en-US" altLang="zh-CN" sz="2400" dirty="0"/>
                  <a:t>        </a:t>
                </a:r>
                <a14:m>
                  <m:oMath xmlns:m="http://schemas.openxmlformats.org/officeDocument/2006/math">
                    <m:r>
                      <a:rPr lang="en-US" altLang="zh-CN" sz="2400" b="0" i="1" dirty="0" smtClean="0">
                        <a:latin typeface="Cambria Math" panose="02040503050406030204" pitchFamily="18" charset="0"/>
                      </a:rPr>
                      <m:t>𝐵</m:t>
                    </m:r>
                  </m:oMath>
                </a14:m>
                <a:r>
                  <a:rPr lang="zh-CN" altLang="en-US" sz="2400" dirty="0"/>
                  <a:t>为公司最大生产率</a:t>
                </a:r>
                <a:endParaRPr lang="en-US" altLang="zh-CN" sz="2400" dirty="0"/>
              </a:p>
              <a:p>
                <a:pPr marL="0" indent="0">
                  <a:buNone/>
                </a:pPr>
                <a:r>
                  <a:rPr lang="en-US" altLang="zh-CN" sz="2400" dirty="0"/>
                  <a:t>     </a:t>
                </a:r>
                <a:r>
                  <a:rPr lang="zh-CN" altLang="en-US" sz="2400" dirty="0"/>
                  <a:t>产品的需求率</a:t>
                </a:r>
                <a14:m>
                  <m:oMath xmlns:m="http://schemas.openxmlformats.org/officeDocument/2006/math">
                    <m:r>
                      <a:rPr lang="en-US" altLang="zh-CN" sz="2400" i="1" dirty="0" smtClean="0">
                        <a:latin typeface="Cambria Math" panose="02040503050406030204" pitchFamily="18" charset="0"/>
                      </a:rPr>
                      <m:t>𝑟</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r>
                      <a:rPr lang="en-US" altLang="zh-CN" sz="2400" i="1" dirty="0" smtClean="0">
                        <a:latin typeface="Cambria Math" panose="02040503050406030204" pitchFamily="18" charset="0"/>
                      </a:rPr>
                      <m:t>)</m:t>
                    </m:r>
                  </m:oMath>
                </a14:m>
                <a:r>
                  <a:rPr lang="zh-CN" altLang="en-US" sz="2400" dirty="0"/>
                  <a:t>，也不可能是无限的，也要受一定的限制</a:t>
                </a:r>
                <a:endParaRPr lang="en-US" altLang="zh-CN" sz="2400" dirty="0"/>
              </a:p>
              <a:p>
                <a:pPr marL="0" indent="0">
                  <a:buNone/>
                </a:pPr>
                <a:r>
                  <a:rPr lang="en-US" altLang="zh-CN" sz="2400" dirty="0"/>
                  <a:t>      </a:t>
                </a:r>
                <a14:m>
                  <m:oMath xmlns:m="http://schemas.openxmlformats.org/officeDocument/2006/math">
                    <m:r>
                      <a:rPr lang="en-US" altLang="zh-CN" sz="2400" i="1">
                        <a:latin typeface="Cambria Math" panose="02040503050406030204" pitchFamily="18" charset="0"/>
                      </a:rPr>
                      <m:t>0≤</m:t>
                    </m:r>
                    <m:r>
                      <a:rPr lang="en-US" altLang="zh-CN" sz="2400" b="0" i="1" smtClean="0">
                        <a:latin typeface="Cambria Math" panose="02040503050406030204" pitchFamily="18" charset="0"/>
                      </a:rPr>
                      <m:t>𝑟</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b="0" i="1" smtClean="0">
                        <a:latin typeface="Cambria Math" panose="02040503050406030204" pitchFamily="18" charset="0"/>
                      </a:rPr>
                      <m:t>𝐶</m:t>
                    </m:r>
                  </m:oMath>
                </a14:m>
                <a:r>
                  <a:rPr lang="en-US" altLang="zh-CN" sz="2400" dirty="0"/>
                  <a:t>        </a:t>
                </a:r>
                <a14:m>
                  <m:oMath xmlns:m="http://schemas.openxmlformats.org/officeDocument/2006/math">
                    <m:r>
                      <a:rPr lang="en-US" altLang="zh-CN" sz="2400" b="0" i="1" dirty="0" smtClean="0">
                        <a:latin typeface="Cambria Math" panose="02040503050406030204" pitchFamily="18" charset="0"/>
                      </a:rPr>
                      <m:t>𝐶</m:t>
                    </m:r>
                  </m:oMath>
                </a14:m>
                <a:r>
                  <a:rPr lang="zh-CN" altLang="en-US" sz="2400" dirty="0"/>
                  <a:t>为产品最大需求率</a:t>
                </a:r>
                <a:endParaRPr lang="en-US" altLang="zh-CN" sz="2400" dirty="0"/>
              </a:p>
              <a:p>
                <a:pPr marL="0" indent="0">
                  <a:buNone/>
                </a:pPr>
                <a:r>
                  <a:rPr lang="zh-CN" altLang="en-US" sz="2400" dirty="0"/>
                  <a:t>     如果在做计划时考虑这些条件的限制，那么这个问题就是一个在不等式约束条件下的最优化问题。</a:t>
                </a:r>
                <a:endParaRPr lang="en-US" altLang="zh-CN" sz="1800" dirty="0"/>
              </a:p>
            </p:txBody>
          </p:sp>
        </mc:Choice>
        <mc:Fallback xmlns="">
          <p:sp>
            <p:nvSpPr>
              <p:cNvPr id="14341" name="Rectangle 176">
                <a:extLst>
                  <a:ext uri="{FF2B5EF4-FFF2-40B4-BE49-F238E27FC236}">
                    <a16:creationId xmlns:a16="http://schemas.microsoft.com/office/drawing/2014/main" id="{036720F9-CCE3-46EB-8727-EA7BA6A88858}"/>
                  </a:ext>
                </a:extLst>
              </p:cNvPr>
              <p:cNvSpPr>
                <a:spLocks noGrp="1" noRot="1" noChangeAspect="1" noMove="1" noResize="1" noEditPoints="1" noAdjustHandles="1" noChangeArrowheads="1" noChangeShapeType="1" noTextEdit="1"/>
              </p:cNvSpPr>
              <p:nvPr>
                <p:ph idx="1"/>
              </p:nvPr>
            </p:nvSpPr>
            <p:spPr>
              <a:xfrm>
                <a:off x="323850" y="1341438"/>
                <a:ext cx="8568630" cy="5516562"/>
              </a:xfrm>
              <a:blipFill>
                <a:blip r:embed="rId3"/>
                <a:stretch>
                  <a:fillRect l="-1067" t="-1215" r="-640"/>
                </a:stretch>
              </a:blipFill>
            </p:spPr>
            <p:txBody>
              <a:bodyPr/>
              <a:lstStyle/>
              <a:p>
                <a:r>
                  <a:rPr lang="zh-CN" altLang="en-US">
                    <a:noFill/>
                  </a:rPr>
                  <a:t> </a:t>
                </a:r>
              </a:p>
            </p:txBody>
          </p:sp>
        </mc:Fallback>
      </mc:AlternateContent>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28</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extLst>
      <p:ext uri="{BB962C8B-B14F-4D97-AF65-F5344CB8AC3E}">
        <p14:creationId xmlns:p14="http://schemas.microsoft.com/office/powerpoint/2010/main" val="2789135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(2)</a:t>
            </a:r>
            <a:r>
              <a:rPr lang="zh-CN" altLang="en-US" sz="2800" b="1" dirty="0">
                <a:solidFill>
                  <a:srgbClr val="FF0000"/>
                </a:solidFill>
                <a:latin typeface="新宋体" pitchFamily="49" charset="-122"/>
                <a:ea typeface="新宋体" pitchFamily="49" charset="-122"/>
              </a:rPr>
              <a:t>确定最优和随机规划问题</a:t>
            </a:r>
            <a:endParaRPr lang="en-US" altLang="zh-CN" sz="2800" b="1" dirty="0">
              <a:solidFill>
                <a:srgbClr val="FF0000"/>
              </a:solidFill>
              <a:latin typeface="新宋体" pitchFamily="49" charset="-122"/>
              <a:ea typeface="新宋体" pitchFamily="49" charset="-122"/>
            </a:endParaRPr>
          </a:p>
          <a:p>
            <a:pPr marL="0" indent="0">
              <a:buNone/>
            </a:pPr>
            <a:r>
              <a:rPr lang="zh-CN" altLang="en-US" sz="2400" dirty="0"/>
              <a:t>       确定性最优问题是指系统中每一个变量的变化规律是确定的，可以用一个确定的关系式来描述。比如电路中用电器耗电量与时间的关系。随机性最优控制问题是指系统中有些变量不能用一个确定的表达式来描述，但可以根据实验统计的方法确定其概率分布规律。比如上述例子中的产品需求率，如果该产品是季节性的产品，则在不同的季节其需求率是不同的，可能无法得到确定数学描述表达式，可以采用市场调査的手段分析其概率分布规律，表示成数学规划模型。对于某些能表示成数学规划模型的随机最优问题，可以和确定性最优问题一样采用规划方法求解</a:t>
            </a:r>
            <a:r>
              <a:rPr lang="en-US" altLang="zh-CN" sz="2400" dirty="0"/>
              <a:t>,</a:t>
            </a:r>
            <a:r>
              <a:rPr lang="zh-CN" altLang="en-US" sz="2400" dirty="0"/>
              <a:t>这称为随机规划。</a:t>
            </a:r>
            <a:endParaRPr lang="en-US" altLang="zh-CN" sz="1400" dirty="0">
              <a:latin typeface="+mn-ea"/>
            </a:endParaRPr>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29</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2019040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(3)</a:t>
            </a:r>
            <a:r>
              <a:rPr lang="zh-CN" altLang="en-US" sz="2800" b="1" dirty="0">
                <a:latin typeface="新宋体" pitchFamily="49" charset="-122"/>
                <a:ea typeface="新宋体" pitchFamily="49" charset="-122"/>
              </a:rPr>
              <a:t> </a:t>
            </a:r>
            <a:r>
              <a:rPr lang="zh-CN" altLang="en-US" sz="2800" b="1" dirty="0">
                <a:solidFill>
                  <a:srgbClr val="FF0000"/>
                </a:solidFill>
                <a:latin typeface="新宋体" pitchFamily="49" charset="-122"/>
                <a:ea typeface="新宋体" pitchFamily="49" charset="-122"/>
              </a:rPr>
              <a:t>线性和非线性最优化问题</a:t>
            </a:r>
            <a:endParaRPr lang="en-US" altLang="zh-CN" sz="2800" b="1" dirty="0">
              <a:solidFill>
                <a:srgbClr val="FF0000"/>
              </a:solidFill>
              <a:latin typeface="新宋体" pitchFamily="49" charset="-122"/>
              <a:ea typeface="新宋体" pitchFamily="49" charset="-122"/>
            </a:endParaRPr>
          </a:p>
          <a:p>
            <a:pPr marL="0" indent="0">
              <a:buNone/>
            </a:pPr>
            <a:r>
              <a:rPr lang="zh-CN" altLang="en-US" sz="2400" dirty="0"/>
              <a:t>       如果目标函数和所有约束条件均为变量的线性函数（线性的），则称为线性最优化问题或</a:t>
            </a:r>
          </a:p>
          <a:p>
            <a:pPr marL="0" indent="0">
              <a:buNone/>
            </a:pPr>
            <a:r>
              <a:rPr lang="zh-CN" altLang="en-US" sz="2400" dirty="0"/>
              <a:t>线性规划问题。</a:t>
            </a:r>
          </a:p>
          <a:p>
            <a:pPr marL="0" indent="0">
              <a:buNone/>
            </a:pPr>
            <a:r>
              <a:rPr lang="zh-CN" altLang="en-US" sz="2400" dirty="0"/>
              <a:t>       如果目标函数或约束条件中至少有一个变量是非线性的，则称为非线性最优化问题或非线性规划问题。</a:t>
            </a:r>
            <a:endParaRPr lang="en-US" altLang="zh-CN" sz="2400" dirty="0"/>
          </a:p>
          <a:p>
            <a:pPr marL="0" indent="0">
              <a:buNone/>
            </a:pPr>
            <a:endParaRPr lang="zh-CN" altLang="en-US" sz="2400" dirty="0"/>
          </a:p>
          <a:p>
            <a:pPr marL="0" indent="0">
              <a:buNone/>
            </a:pPr>
            <a:r>
              <a:rPr lang="zh-CN" altLang="en-US" sz="2400" dirty="0"/>
              <a:t>       线性规划问题是非线性规划问题的一个特例，求解线性规划问题有很成熟的方法，比较容易求解。求解非线性规划问题则困难得多。在实际工程应用中</a:t>
            </a:r>
            <a:r>
              <a:rPr lang="en-US" altLang="zh-CN" sz="2400" dirty="0"/>
              <a:t>,</a:t>
            </a:r>
            <a:r>
              <a:rPr lang="zh-CN" altLang="en-US" sz="2400" dirty="0"/>
              <a:t>往往采用线性化方法，用线性函数来近似非线性最优化中的非线性函数</a:t>
            </a:r>
            <a:r>
              <a:rPr lang="en-US" altLang="zh-CN" sz="2400" i="1" dirty="0"/>
              <a:t>, </a:t>
            </a:r>
            <a:r>
              <a:rPr lang="zh-CN" altLang="en-US" sz="2400" dirty="0"/>
              <a:t>把非线性最优化问题转化成线性最优化问题。</a:t>
            </a:r>
            <a:endParaRPr lang="en-US" altLang="zh-CN" sz="18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30</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304723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(4)</a:t>
            </a:r>
            <a:r>
              <a:rPr lang="zh-CN" altLang="en-US" sz="2800" b="1" dirty="0">
                <a:latin typeface="新宋体" pitchFamily="49" charset="-122"/>
                <a:ea typeface="新宋体" pitchFamily="49" charset="-122"/>
              </a:rPr>
              <a:t> </a:t>
            </a:r>
            <a:r>
              <a:rPr lang="zh-CN" altLang="en-US" sz="2800" b="1" dirty="0">
                <a:solidFill>
                  <a:srgbClr val="FF0000"/>
                </a:solidFill>
                <a:latin typeface="新宋体" pitchFamily="49" charset="-122"/>
                <a:ea typeface="新宋体" pitchFamily="49" charset="-122"/>
              </a:rPr>
              <a:t>静态和动态最优化问题</a:t>
            </a:r>
            <a:endParaRPr lang="en-US" altLang="zh-CN" sz="2800" b="1" dirty="0">
              <a:solidFill>
                <a:srgbClr val="FF0000"/>
              </a:solidFill>
              <a:latin typeface="新宋体" pitchFamily="49" charset="-122"/>
              <a:ea typeface="新宋体" pitchFamily="49" charset="-122"/>
            </a:endParaRPr>
          </a:p>
          <a:p>
            <a:pPr marL="0" indent="0">
              <a:buNone/>
            </a:pPr>
            <a:r>
              <a:rPr lang="zh-CN" altLang="en-US" sz="2400" dirty="0"/>
              <a:t>       如果最优化问题的解不随时间而变化，则称为</a:t>
            </a:r>
            <a:r>
              <a:rPr lang="zh-CN" altLang="en-US" sz="2400" dirty="0">
                <a:solidFill>
                  <a:srgbClr val="FF0000"/>
                </a:solidFill>
              </a:rPr>
              <a:t>静态最优化</a:t>
            </a:r>
            <a:r>
              <a:rPr lang="zh-CN" altLang="en-US" sz="2400" dirty="0"/>
              <a:t>（</a:t>
            </a:r>
            <a:r>
              <a:rPr lang="zh-CN" altLang="en-US" sz="2400" dirty="0">
                <a:solidFill>
                  <a:srgbClr val="FF0000"/>
                </a:solidFill>
              </a:rPr>
              <a:t>参数最优化</a:t>
            </a:r>
            <a:r>
              <a:rPr lang="zh-CN" altLang="en-US" sz="2400" dirty="0"/>
              <a:t>）问题。如果最优化问题的解随时间而变化，则称为</a:t>
            </a:r>
            <a:r>
              <a:rPr lang="zh-CN" altLang="en-US" sz="2400" dirty="0">
                <a:solidFill>
                  <a:srgbClr val="FF0000"/>
                </a:solidFill>
              </a:rPr>
              <a:t>动态最优化</a:t>
            </a:r>
            <a:r>
              <a:rPr lang="en-US" altLang="zh-CN" sz="2400" dirty="0"/>
              <a:t>(</a:t>
            </a:r>
            <a:r>
              <a:rPr lang="zh-CN" altLang="en-US" sz="2400" dirty="0"/>
              <a:t>最优控制）问题。解决静态最优化问题可以用线性规划和非线性规划方法，解决动态最优化问题可以用动态规划或极小值原理。事实上</a:t>
            </a:r>
            <a:r>
              <a:rPr lang="en-US" altLang="zh-CN" sz="2400" dirty="0"/>
              <a:t>,</a:t>
            </a:r>
            <a:r>
              <a:rPr lang="zh-CN" altLang="en-US" sz="2400" dirty="0"/>
              <a:t>动态最优化问题和静态最优化方法不是完全对立的。如果动态最优化问题可以表示为线性规划的数学模型</a:t>
            </a:r>
            <a:r>
              <a:rPr lang="en-US" altLang="zh-CN" sz="2400" dirty="0"/>
              <a:t>,</a:t>
            </a:r>
            <a:r>
              <a:rPr lang="zh-CN" altLang="en-US" sz="2400" dirty="0"/>
              <a:t>则完全可以用线性规划的方法来求解动态最优化问题。动态规划不但可以用来求解动态最优化问题，而且可以用来求解静态最优化问题。</a:t>
            </a:r>
            <a:endParaRPr lang="zh-CN" altLang="en-US" sz="18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31</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1067766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(5)</a:t>
            </a:r>
            <a:r>
              <a:rPr lang="zh-CN" altLang="en-US" sz="2800" b="1" dirty="0">
                <a:latin typeface="新宋体" pitchFamily="49" charset="-122"/>
                <a:ea typeface="新宋体" pitchFamily="49" charset="-122"/>
              </a:rPr>
              <a:t> </a:t>
            </a:r>
            <a:r>
              <a:rPr lang="zh-CN" altLang="en-US" sz="2800" b="1" dirty="0">
                <a:solidFill>
                  <a:srgbClr val="FF0000"/>
                </a:solidFill>
                <a:latin typeface="新宋体" pitchFamily="49" charset="-122"/>
                <a:ea typeface="新宋体" pitchFamily="49" charset="-122"/>
              </a:rPr>
              <a:t>网络最优化问题</a:t>
            </a:r>
            <a:endParaRPr lang="en-US" altLang="zh-CN" sz="2800" b="1" dirty="0">
              <a:solidFill>
                <a:srgbClr val="FF0000"/>
              </a:solidFill>
              <a:latin typeface="新宋体" pitchFamily="49" charset="-122"/>
              <a:ea typeface="新宋体" pitchFamily="49" charset="-122"/>
            </a:endParaRPr>
          </a:p>
          <a:p>
            <a:pPr marL="0" indent="0">
              <a:buNone/>
            </a:pPr>
            <a:r>
              <a:rPr lang="zh-CN" altLang="en-US" sz="2400" dirty="0"/>
              <a:t>       如果最优化问题的模型可以用网络图表示，则在网络图上寻优称为网络最优化问题。网络最优化问题是一种复杂系统的规划方法</a:t>
            </a:r>
            <a:r>
              <a:rPr lang="en-US" altLang="zh-CN" sz="2400" dirty="0"/>
              <a:t>,</a:t>
            </a:r>
            <a:r>
              <a:rPr lang="zh-CN" altLang="en-US" sz="2400" dirty="0"/>
              <a:t>在运输、通信、电路、计算机网络以及工程施工的分析、设计、规划中得到非常广泛的应用。</a:t>
            </a:r>
            <a:endParaRPr lang="zh-CN" altLang="en-US" sz="14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32</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4060486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solidFill>
                  <a:schemeClr val="accent1">
                    <a:lumMod val="50000"/>
                  </a:schemeClr>
                </a:solidFill>
                <a:latin typeface="新宋体" pitchFamily="49" charset="-122"/>
                <a:ea typeface="新宋体" pitchFamily="49" charset="-122"/>
              </a:rPr>
              <a:t>1.2.2</a:t>
            </a:r>
            <a:r>
              <a:rPr lang="zh-CN" altLang="en-US" sz="2800" b="1" dirty="0">
                <a:solidFill>
                  <a:schemeClr val="accent1">
                    <a:lumMod val="50000"/>
                  </a:schemeClr>
                </a:solidFill>
                <a:latin typeface="新宋体" pitchFamily="49" charset="-122"/>
                <a:ea typeface="新宋体" pitchFamily="49" charset="-122"/>
              </a:rPr>
              <a:t> 最优控制问题的求解方法</a:t>
            </a:r>
            <a:endParaRPr lang="en-US" altLang="zh-CN" sz="2800" b="1" dirty="0">
              <a:solidFill>
                <a:schemeClr val="accent1">
                  <a:lumMod val="50000"/>
                </a:schemeClr>
              </a:solidFill>
              <a:latin typeface="新宋体" pitchFamily="49" charset="-122"/>
              <a:ea typeface="新宋体" pitchFamily="49" charset="-122"/>
            </a:endParaRPr>
          </a:p>
          <a:p>
            <a:pPr marL="0" indent="0">
              <a:buNone/>
            </a:pPr>
            <a:r>
              <a:rPr lang="zh-CN" altLang="en-US" sz="2400" dirty="0"/>
              <a:t>       最优控制在控制模型建立之后，主要问题就是如何找到一个方法解决寻优问题，这也是最优控制研究的主要问题。最优化问题的求解方法大致可以分为如下四类：</a:t>
            </a:r>
            <a:endParaRPr lang="en-US" altLang="zh-CN" sz="2400" dirty="0"/>
          </a:p>
          <a:p>
            <a:pPr eaLnBrk="1" hangingPunct="1">
              <a:buFontTx/>
              <a:buNone/>
              <a:defRPr/>
            </a:pPr>
            <a:r>
              <a:rPr lang="en-US" altLang="zh-CN" sz="2800" b="1" dirty="0">
                <a:latin typeface="新宋体" pitchFamily="49" charset="-122"/>
                <a:ea typeface="新宋体" pitchFamily="49" charset="-122"/>
              </a:rPr>
              <a:t>   (1)</a:t>
            </a:r>
            <a:r>
              <a:rPr lang="zh-CN" altLang="en-US" sz="2800" b="1" dirty="0">
                <a:latin typeface="新宋体" pitchFamily="49" charset="-122"/>
                <a:ea typeface="新宋体" pitchFamily="49" charset="-122"/>
              </a:rPr>
              <a:t> 解析法</a:t>
            </a:r>
            <a:endParaRPr lang="en-US" altLang="zh-CN" sz="2800" b="1" dirty="0">
              <a:latin typeface="新宋体" pitchFamily="49" charset="-122"/>
              <a:ea typeface="新宋体" pitchFamily="49" charset="-122"/>
            </a:endParaRPr>
          </a:p>
          <a:p>
            <a:pPr marL="0" indent="0">
              <a:buNone/>
            </a:pPr>
            <a:r>
              <a:rPr lang="zh-CN" altLang="en-US" sz="1600" dirty="0"/>
              <a:t>          </a:t>
            </a:r>
            <a:r>
              <a:rPr lang="zh-CN" altLang="en-US" sz="2400" dirty="0"/>
              <a:t>解析法的求解方法是先按照函数极值的必要条件</a:t>
            </a:r>
            <a:r>
              <a:rPr lang="en-US" altLang="zh-CN" sz="2400" dirty="0"/>
              <a:t>,</a:t>
            </a:r>
            <a:r>
              <a:rPr lang="zh-CN" altLang="en-US" sz="2400" dirty="0"/>
              <a:t>用求导或变分法求出其解析解，然后按照充要条件或问题的实际物理意义确定其最优解。这种方法适合于目标函数和约束条件具有简单而明确的数学表达式一类的最优化问题。</a:t>
            </a:r>
          </a:p>
          <a:p>
            <a:pPr marL="0" indent="0">
              <a:buNone/>
            </a:pPr>
            <a:endParaRPr lang="zh-CN" altLang="en-US" sz="11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33</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dirty="0">
                <a:solidFill>
                  <a:schemeClr val="hlink"/>
                </a:solidFill>
              </a:rPr>
              <a:t>1.2</a:t>
            </a:r>
            <a:r>
              <a:rPr lang="zh-CN" altLang="en-US" kern="0" dirty="0">
                <a:solidFill>
                  <a:schemeClr val="hlink"/>
                </a:solidFill>
              </a:rPr>
              <a:t>最优控制问题的分类及求解方法</a:t>
            </a:r>
          </a:p>
        </p:txBody>
      </p:sp>
    </p:spTree>
    <p:extLst>
      <p:ext uri="{BB962C8B-B14F-4D97-AF65-F5344CB8AC3E}">
        <p14:creationId xmlns:p14="http://schemas.microsoft.com/office/powerpoint/2010/main" val="264752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(2)</a:t>
            </a:r>
            <a:r>
              <a:rPr lang="zh-CN" altLang="en-US" sz="2800" b="1" dirty="0">
                <a:latin typeface="新宋体" pitchFamily="49" charset="-122"/>
                <a:ea typeface="新宋体" pitchFamily="49" charset="-122"/>
              </a:rPr>
              <a:t> 数值计算法</a:t>
            </a:r>
            <a:endParaRPr lang="en-US" altLang="zh-CN" sz="2800" b="1" dirty="0">
              <a:latin typeface="新宋体" pitchFamily="49" charset="-122"/>
              <a:ea typeface="新宋体" pitchFamily="49" charset="-122"/>
            </a:endParaRPr>
          </a:p>
          <a:p>
            <a:pPr marL="0" indent="0">
              <a:buNone/>
            </a:pPr>
            <a:r>
              <a:rPr lang="zh-CN" altLang="en-US" sz="2400" dirty="0"/>
              <a:t>       这种方法的基本思路就是</a:t>
            </a:r>
            <a:r>
              <a:rPr lang="en-US" altLang="zh-CN" sz="2400" dirty="0"/>
              <a:t>:</a:t>
            </a:r>
            <a:r>
              <a:rPr lang="zh-CN" altLang="en-US" sz="2400" dirty="0"/>
              <a:t>采用直接搜索方法经过一系列的迭代运算产生点的序列，使其逐步接近最优点。直接法往往是根据经验和不断的试验而得到最优解。这种方法适合于目标函数比较复杂甚至无明确的数学表达式或无法用解析法来求解的最优控制问题。</a:t>
            </a:r>
            <a:endParaRPr lang="en-US" altLang="zh-CN" sz="2400" dirty="0"/>
          </a:p>
          <a:p>
            <a:pPr eaLnBrk="1" hangingPunct="1">
              <a:buFontTx/>
              <a:buNone/>
              <a:defRPr/>
            </a:pPr>
            <a:r>
              <a:rPr lang="en-US" altLang="zh-CN" sz="2800" b="1" dirty="0">
                <a:latin typeface="新宋体" pitchFamily="49" charset="-122"/>
                <a:ea typeface="新宋体" pitchFamily="49" charset="-122"/>
              </a:rPr>
              <a:t>   </a:t>
            </a:r>
            <a:endParaRPr lang="zh-CN" altLang="en-US" sz="11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34</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3521439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(3)</a:t>
            </a:r>
            <a:r>
              <a:rPr lang="zh-CN" altLang="en-US" sz="2800" b="1" dirty="0">
                <a:latin typeface="新宋体" pitchFamily="49" charset="-122"/>
                <a:ea typeface="新宋体" pitchFamily="49" charset="-122"/>
              </a:rPr>
              <a:t> 梯度法</a:t>
            </a:r>
            <a:endParaRPr lang="en-US" altLang="zh-CN" sz="2800" b="1" dirty="0">
              <a:latin typeface="新宋体" pitchFamily="49" charset="-122"/>
              <a:ea typeface="新宋体" pitchFamily="49" charset="-122"/>
            </a:endParaRPr>
          </a:p>
          <a:p>
            <a:pPr marL="0" indent="0">
              <a:buNone/>
            </a:pPr>
            <a:r>
              <a:rPr lang="zh-CN" altLang="en-US" sz="2400" dirty="0"/>
              <a:t>       这种方法是一种解析与数值计算相结合的方法。在求解最优化问题时，不仅要计算目标函数的值，而且还要计算目标函数的一阶或高阶导数，求出目标函数的梯度并以梯度的方向作为搜索极值的方向，这种方法适合于多变量最优化问题的求解。以梯度法为基础的数值解法主要有最速下降法、牛顿法与拟牛顿法、牛顿</a:t>
            </a:r>
            <a:r>
              <a:rPr lang="en-US" altLang="zh-CN" sz="2400" dirty="0"/>
              <a:t>-</a:t>
            </a:r>
            <a:r>
              <a:rPr lang="zh-CN" altLang="en-US" sz="2400" dirty="0"/>
              <a:t>高斯最小二乘法、变尺度法以及共辄梯度法。</a:t>
            </a:r>
            <a:endParaRPr lang="en-US" altLang="zh-CN" sz="2400" dirty="0"/>
          </a:p>
          <a:p>
            <a:pPr eaLnBrk="1" hangingPunct="1">
              <a:buFontTx/>
              <a:buNone/>
              <a:defRPr/>
            </a:pPr>
            <a:r>
              <a:rPr lang="en-US" altLang="zh-CN" sz="2800" b="1" dirty="0">
                <a:latin typeface="新宋体" pitchFamily="49" charset="-122"/>
                <a:ea typeface="新宋体" pitchFamily="49" charset="-122"/>
              </a:rPr>
              <a:t>   </a:t>
            </a:r>
            <a:endParaRPr lang="zh-CN" altLang="en-US" sz="11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35</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157673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176">
            <a:extLst>
              <a:ext uri="{FF2B5EF4-FFF2-40B4-BE49-F238E27FC236}">
                <a16:creationId xmlns:a16="http://schemas.microsoft.com/office/drawing/2014/main" id="{036720F9-CCE3-46EB-8727-EA7BA6A88858}"/>
              </a:ext>
            </a:extLst>
          </p:cNvPr>
          <p:cNvSpPr>
            <a:spLocks noGrp="1" noChangeArrowheads="1"/>
          </p:cNvSpPr>
          <p:nvPr>
            <p:ph idx="1"/>
          </p:nvPr>
        </p:nvSpPr>
        <p:spPr>
          <a:xfrm>
            <a:off x="323850" y="1341438"/>
            <a:ext cx="8351838" cy="5380035"/>
          </a:xfrm>
        </p:spPr>
        <p:txBody>
          <a:bodyPr/>
          <a:lstStyle/>
          <a:p>
            <a:pPr eaLnBrk="1" hangingPunct="1">
              <a:buFontTx/>
              <a:buNone/>
              <a:defRPr/>
            </a:pPr>
            <a:r>
              <a:rPr lang="en-US" altLang="zh-CN" sz="2400" dirty="0">
                <a:latin typeface="新宋体" pitchFamily="49" charset="-122"/>
                <a:ea typeface="新宋体" pitchFamily="49" charset="-122"/>
              </a:rPr>
              <a:t>   </a:t>
            </a:r>
            <a:r>
              <a:rPr lang="en-US" altLang="zh-CN" sz="2800" b="1" dirty="0">
                <a:latin typeface="新宋体" pitchFamily="49" charset="-122"/>
                <a:ea typeface="新宋体" pitchFamily="49" charset="-122"/>
              </a:rPr>
              <a:t>(4)</a:t>
            </a:r>
            <a:r>
              <a:rPr lang="zh-CN" altLang="en-US" sz="2800" b="1" dirty="0">
                <a:latin typeface="新宋体" pitchFamily="49" charset="-122"/>
                <a:ea typeface="新宋体" pitchFamily="49" charset="-122"/>
              </a:rPr>
              <a:t> 网络最优化法</a:t>
            </a:r>
            <a:endParaRPr lang="en-US" altLang="zh-CN" sz="2800" b="1" dirty="0">
              <a:latin typeface="新宋体" pitchFamily="49" charset="-122"/>
              <a:ea typeface="新宋体" pitchFamily="49" charset="-122"/>
            </a:endParaRPr>
          </a:p>
          <a:p>
            <a:pPr marL="0" indent="0">
              <a:buNone/>
            </a:pPr>
            <a:r>
              <a:rPr lang="zh-CN" altLang="en-US" sz="2400" dirty="0"/>
              <a:t>       网络最优方法是基于图论方法进行搜索的寻优方法，主要适用于可以用网络图描述的系统。</a:t>
            </a:r>
            <a:endParaRPr lang="en-US" altLang="zh-CN" sz="2400" dirty="0"/>
          </a:p>
          <a:p>
            <a:pPr marL="0" indent="0">
              <a:buNone/>
            </a:pPr>
            <a:endParaRPr lang="en-US" altLang="zh-CN" sz="2400" dirty="0"/>
          </a:p>
          <a:p>
            <a:pPr marL="0" indent="0">
              <a:buNone/>
            </a:pPr>
            <a:r>
              <a:rPr lang="zh-CN" altLang="en-US" sz="2400" dirty="0"/>
              <a:t>本课程仅介绍最优控制的解析求解方法，其他方法有兴趣的同学可以在课下自主学习。</a:t>
            </a:r>
            <a:endParaRPr lang="en-US" altLang="zh-CN" sz="2400" dirty="0"/>
          </a:p>
          <a:p>
            <a:pPr eaLnBrk="1" hangingPunct="1">
              <a:buFontTx/>
              <a:buNone/>
              <a:defRPr/>
            </a:pPr>
            <a:r>
              <a:rPr lang="en-US" altLang="zh-CN" sz="2800" b="1" dirty="0">
                <a:latin typeface="新宋体" pitchFamily="49" charset="-122"/>
                <a:ea typeface="新宋体" pitchFamily="49" charset="-122"/>
              </a:rPr>
              <a:t>   </a:t>
            </a:r>
            <a:endParaRPr lang="zh-CN" altLang="en-US" sz="1100" dirty="0"/>
          </a:p>
        </p:txBody>
      </p:sp>
      <p:sp>
        <p:nvSpPr>
          <p:cNvPr id="7" name="灯片编号占位符 4">
            <a:extLst>
              <a:ext uri="{FF2B5EF4-FFF2-40B4-BE49-F238E27FC236}">
                <a16:creationId xmlns:a16="http://schemas.microsoft.com/office/drawing/2014/main" id="{292551FB-FC21-4957-ABEE-C711CBC854C1}"/>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D75E8819-2618-417E-8D31-98BD248E2207}" type="slidenum">
              <a:rPr lang="en-US" altLang="zh-CN" sz="1400">
                <a:ea typeface="宋体" panose="02010600030101010101" pitchFamily="2" charset="-122"/>
              </a:rPr>
              <a:pPr eaLnBrk="1" hangingPunct="1"/>
              <a:t>36</a:t>
            </a:fld>
            <a:endParaRPr lang="en-US" altLang="zh-CN" sz="1400" dirty="0">
              <a:ea typeface="宋体" panose="02010600030101010101" pitchFamily="2" charset="-122"/>
            </a:endParaRPr>
          </a:p>
        </p:txBody>
      </p:sp>
      <p:sp>
        <p:nvSpPr>
          <p:cNvPr id="32773" name="Rectangle 167">
            <a:extLst>
              <a:ext uri="{FF2B5EF4-FFF2-40B4-BE49-F238E27FC236}">
                <a16:creationId xmlns:a16="http://schemas.microsoft.com/office/drawing/2014/main" id="{A1CFFFEB-AB46-4593-8174-11D960D4A906}"/>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32774" name="Rectangle 170">
            <a:extLst>
              <a:ext uri="{FF2B5EF4-FFF2-40B4-BE49-F238E27FC236}">
                <a16:creationId xmlns:a16="http://schemas.microsoft.com/office/drawing/2014/main" id="{8EF9CF34-1F71-4499-BF7F-315A46030BC7}"/>
              </a:ext>
            </a:extLst>
          </p:cNvPr>
          <p:cNvSpPr>
            <a:spLocks noChangeArrowheads="1"/>
          </p:cNvSpPr>
          <p:nvPr/>
        </p:nvSpPr>
        <p:spPr bwMode="auto">
          <a:xfrm>
            <a:off x="196691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8" name="Rectangle 179">
            <a:extLst>
              <a:ext uri="{FF2B5EF4-FFF2-40B4-BE49-F238E27FC236}">
                <a16:creationId xmlns:a16="http://schemas.microsoft.com/office/drawing/2014/main" id="{1D5F0602-69B9-46D0-85DB-A0D0F89C3E1D}"/>
              </a:ext>
            </a:extLst>
          </p:cNvPr>
          <p:cNvSpPr txBox="1">
            <a:spLocks noChangeArrowheads="1"/>
          </p:cNvSpPr>
          <p:nvPr/>
        </p:nvSpPr>
        <p:spPr bwMode="auto">
          <a:xfrm>
            <a:off x="179512" y="332656"/>
            <a:ext cx="882015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r>
              <a:rPr lang="en-US" altLang="zh-CN" kern="0">
                <a:solidFill>
                  <a:schemeClr val="hlink"/>
                </a:solidFill>
              </a:rPr>
              <a:t>1.2</a:t>
            </a:r>
            <a:r>
              <a:rPr lang="zh-CN" altLang="en-US" kern="0">
                <a:solidFill>
                  <a:schemeClr val="hlink"/>
                </a:solidFill>
              </a:rPr>
              <a:t>最优控制问题的分类及求解方法</a:t>
            </a:r>
            <a:endParaRPr lang="zh-CN" altLang="en-US" kern="0" dirty="0">
              <a:solidFill>
                <a:schemeClr val="hlink"/>
              </a:solidFill>
            </a:endParaRPr>
          </a:p>
        </p:txBody>
      </p:sp>
    </p:spTree>
    <p:extLst>
      <p:ext uri="{BB962C8B-B14F-4D97-AF65-F5344CB8AC3E}">
        <p14:creationId xmlns:p14="http://schemas.microsoft.com/office/powerpoint/2010/main" val="1051502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a:extLst>
              <a:ext uri="{FF2B5EF4-FFF2-40B4-BE49-F238E27FC236}">
                <a16:creationId xmlns:a16="http://schemas.microsoft.com/office/drawing/2014/main" id="{9FC07D49-B96B-4A47-ACB0-A1E83299476A}"/>
              </a:ext>
            </a:extLst>
          </p:cNvPr>
          <p:cNvSpPr>
            <a:spLocks noGrp="1"/>
          </p:cNvSpPr>
          <p:nvPr>
            <p:ph type="sldNum" sz="quarter" idx="12"/>
          </p:nvPr>
        </p:nvSpPr>
        <p:spPr/>
        <p:txBody>
          <a:bodyPr/>
          <a:lstStyle>
            <a:lvl1pPr eaLnBrk="0" hangingPunct="0">
              <a:defRPr sz="7200">
                <a:solidFill>
                  <a:schemeClr val="tx1"/>
                </a:solidFill>
                <a:latin typeface="Arial" panose="020B0604020202020204" pitchFamily="34" charset="0"/>
                <a:ea typeface="黑体" panose="02010609060101010101" pitchFamily="49" charset="-122"/>
              </a:defRPr>
            </a:lvl1pPr>
            <a:lvl2pPr marL="742950" indent="-285750" eaLnBrk="0" hangingPunct="0">
              <a:defRPr sz="7200">
                <a:solidFill>
                  <a:schemeClr val="tx1"/>
                </a:solidFill>
                <a:latin typeface="Arial" panose="020B0604020202020204" pitchFamily="34" charset="0"/>
                <a:ea typeface="黑体" panose="02010609060101010101" pitchFamily="49" charset="-122"/>
              </a:defRPr>
            </a:lvl2pPr>
            <a:lvl3pPr marL="1143000" indent="-228600" eaLnBrk="0" hangingPunct="0">
              <a:defRPr sz="7200">
                <a:solidFill>
                  <a:schemeClr val="tx1"/>
                </a:solidFill>
                <a:latin typeface="Arial" panose="020B0604020202020204" pitchFamily="34" charset="0"/>
                <a:ea typeface="黑体" panose="02010609060101010101" pitchFamily="49" charset="-122"/>
              </a:defRPr>
            </a:lvl3pPr>
            <a:lvl4pPr marL="1600200" indent="-228600" eaLnBrk="0" hangingPunct="0">
              <a:defRPr sz="7200">
                <a:solidFill>
                  <a:schemeClr val="tx1"/>
                </a:solidFill>
                <a:latin typeface="Arial" panose="020B0604020202020204" pitchFamily="34" charset="0"/>
                <a:ea typeface="黑体" panose="02010609060101010101" pitchFamily="49" charset="-122"/>
              </a:defRPr>
            </a:lvl4pPr>
            <a:lvl5pPr marL="2057400" indent="-228600" eaLnBrk="0" hangingPunct="0">
              <a:defRPr sz="7200">
                <a:solidFill>
                  <a:schemeClr val="tx1"/>
                </a:solidFill>
                <a:latin typeface="Arial" panose="020B0604020202020204" pitchFamily="34" charset="0"/>
                <a:ea typeface="黑体" panose="02010609060101010101" pitchFamily="49" charset="-122"/>
              </a:defRPr>
            </a:lvl5pPr>
            <a:lvl6pPr marL="25146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6pPr>
            <a:lvl7pPr marL="29718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7pPr>
            <a:lvl8pPr marL="34290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8pPr>
            <a:lvl9pPr marL="3886200" indent="-228600" algn="ctr" eaLnBrk="0" fontAlgn="base" hangingPunct="0">
              <a:spcBef>
                <a:spcPct val="50000"/>
              </a:spcBef>
              <a:spcAft>
                <a:spcPct val="0"/>
              </a:spcAft>
              <a:defRPr sz="7200">
                <a:solidFill>
                  <a:schemeClr val="tx1"/>
                </a:solidFill>
                <a:latin typeface="Arial" panose="020B0604020202020204" pitchFamily="34" charset="0"/>
                <a:ea typeface="黑体" panose="02010609060101010101" pitchFamily="49" charset="-122"/>
              </a:defRPr>
            </a:lvl9pPr>
          </a:lstStyle>
          <a:p>
            <a:pPr eaLnBrk="1" hangingPunct="1"/>
            <a:fld id="{4BDCBBEA-E9BA-4144-8381-6AABB411B546}" type="slidenum">
              <a:rPr lang="en-US" altLang="zh-CN" sz="1400">
                <a:ea typeface="宋体" panose="02010600030101010101" pitchFamily="2" charset="-122"/>
              </a:rPr>
              <a:pPr eaLnBrk="1" hangingPunct="1"/>
              <a:t>37</a:t>
            </a:fld>
            <a:endParaRPr lang="en-US" altLang="zh-CN" sz="1400">
              <a:ea typeface="宋体" panose="02010600030101010101" pitchFamily="2" charset="-122"/>
            </a:endParaRPr>
          </a:p>
        </p:txBody>
      </p:sp>
      <p:pic>
        <p:nvPicPr>
          <p:cNvPr id="28676" name="Picture 4" descr="21">
            <a:extLst>
              <a:ext uri="{FF2B5EF4-FFF2-40B4-BE49-F238E27FC236}">
                <a16:creationId xmlns:a16="http://schemas.microsoft.com/office/drawing/2014/main" id="{28112191-B282-4AF5-A2E8-9FB294122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404813"/>
            <a:ext cx="5257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AD9177A-0D8E-4ED8-BE49-FC8E1872B920}"/>
              </a:ext>
            </a:extLst>
          </p:cNvPr>
          <p:cNvSpPr/>
          <p:nvPr/>
        </p:nvSpPr>
        <p:spPr>
          <a:xfrm>
            <a:off x="2740409" y="2967335"/>
            <a:ext cx="3663182" cy="923330"/>
          </a:xfrm>
          <a:prstGeom prst="rect">
            <a:avLst/>
          </a:prstGeom>
          <a:noFill/>
        </p:spPr>
        <p:txBody>
          <a:bodyPr wrap="none" lIns="91440" tIns="45720" rIns="91440" bIns="45720">
            <a:spAutoFit/>
          </a:bodyPr>
          <a:lstStyle/>
          <a:p>
            <a:pPr algn="ctr"/>
            <a:r>
              <a:rPr lang="zh-CN" altLang="en-US" sz="5400" b="1" cap="none" spc="0" dirty="0">
                <a:ln w="22225">
                  <a:solidFill>
                    <a:schemeClr val="accent2"/>
                  </a:solidFill>
                  <a:prstDash val="solid"/>
                </a:ln>
                <a:solidFill>
                  <a:schemeClr val="accent2">
                    <a:lumMod val="40000"/>
                    <a:lumOff val="60000"/>
                  </a:schemeClr>
                </a:solidFill>
                <a:effectLst/>
              </a:rPr>
              <a:t>谢谢大家！</a:t>
            </a:r>
          </a:p>
        </p:txBody>
      </p:sp>
    </p:spTree>
    <p:extLst>
      <p:ext uri="{BB962C8B-B14F-4D97-AF65-F5344CB8AC3E}">
        <p14:creationId xmlns:p14="http://schemas.microsoft.com/office/powerpoint/2010/main" val="768629825"/>
      </p:ext>
    </p:extLst>
  </p:cSld>
  <p:clrMapOvr>
    <a:masterClrMapping/>
  </p:clrMapOvr>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7200" b="0"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7200" b="0"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隶书"/>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7200" b="0"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7200" b="0"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隶书"/>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7200" b="0"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7200" b="0"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8346</TotalTime>
  <Words>3685</Words>
  <Application>Microsoft Office PowerPoint</Application>
  <PresentationFormat>全屏显示(4:3)</PresentationFormat>
  <Paragraphs>245</Paragraphs>
  <Slides>37</Slides>
  <Notes>24</Notes>
  <HiddenSlides>0</HiddenSlides>
  <MMClips>0</MMClips>
  <ScaleCrop>false</ScaleCrop>
  <HeadingPairs>
    <vt:vector size="8" baseType="variant">
      <vt:variant>
        <vt:lpstr>已用的字体</vt:lpstr>
      </vt:variant>
      <vt:variant>
        <vt:i4>7</vt:i4>
      </vt:variant>
      <vt:variant>
        <vt:lpstr>主题</vt:lpstr>
      </vt:variant>
      <vt:variant>
        <vt:i4>3</vt:i4>
      </vt:variant>
      <vt:variant>
        <vt:lpstr>嵌入 OLE 服务器</vt:lpstr>
      </vt:variant>
      <vt:variant>
        <vt:i4>1</vt:i4>
      </vt:variant>
      <vt:variant>
        <vt:lpstr>幻灯片标题</vt:lpstr>
      </vt:variant>
      <vt:variant>
        <vt:i4>37</vt:i4>
      </vt:variant>
    </vt:vector>
  </HeadingPairs>
  <TitlesOfParts>
    <vt:vector size="48" baseType="lpstr">
      <vt:lpstr>仿宋_GB2312</vt:lpstr>
      <vt:lpstr>华文行楷</vt:lpstr>
      <vt:lpstr>宋体</vt:lpstr>
      <vt:lpstr>新宋体</vt:lpstr>
      <vt:lpstr>Arial</vt:lpstr>
      <vt:lpstr>Cambria Math</vt:lpstr>
      <vt:lpstr>Wingdings</vt:lpstr>
      <vt:lpstr>自定义设计方案</vt:lpstr>
      <vt:lpstr>1_自定义设计方案</vt:lpstr>
      <vt:lpstr>2_自定义设计方案</vt:lpstr>
      <vt:lpstr>图像文档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1.1最优控制问题的提法</vt:lpstr>
      <vt:lpstr>1.1最优控制问题的提法</vt:lpstr>
      <vt:lpstr>1.1最优控制问题的提法</vt:lpstr>
      <vt:lpstr>1.1最优控制问题的提法</vt:lpstr>
      <vt:lpstr>1.1最优控制问题的提法</vt:lpstr>
      <vt:lpstr>1.1最优控制问题的提法</vt:lpstr>
      <vt:lpstr>1.1最优控制问题的提法</vt:lpstr>
      <vt:lpstr>1.1最优控制问题的提法</vt:lpstr>
      <vt:lpstr>1.1最优控制问题的提法</vt:lpstr>
      <vt:lpstr>1.2最优控制问题的分类及求解方法</vt:lpstr>
      <vt:lpstr>1.2最优控制问题的分类及求解方法</vt:lpstr>
      <vt:lpstr>1.2最优控制问题的分类及求解方法</vt:lpstr>
      <vt:lpstr>1.2最优控制问题的分类及求解方法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BUPT Edu.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Liu Yuechuan</dc:creator>
  <cp:lastModifiedBy>Hui</cp:lastModifiedBy>
  <cp:revision>719</cp:revision>
  <dcterms:created xsi:type="dcterms:W3CDTF">2003-02-15T10:46:05Z</dcterms:created>
  <dcterms:modified xsi:type="dcterms:W3CDTF">2025-09-11T15:23:16Z</dcterms:modified>
</cp:coreProperties>
</file>